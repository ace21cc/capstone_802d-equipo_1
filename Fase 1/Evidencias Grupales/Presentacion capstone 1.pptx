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912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1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0.png"/><Relationship Id="rId7" Type="http://schemas.openxmlformats.org/officeDocument/2006/relationships/image" Target="../media/image46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2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4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4" Type="http://schemas.openxmlformats.org/officeDocument/2006/relationships/image" Target="../media/image17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9.svg"/><Relationship Id="rId1" Type="http://schemas.openxmlformats.org/officeDocument/2006/relationships/image" Target="../media/image18.png"/><Relationship Id="rId6" Type="http://schemas.openxmlformats.org/officeDocument/2006/relationships/image" Target="../media/image23.svg"/><Relationship Id="rId5" Type="http://schemas.openxmlformats.org/officeDocument/2006/relationships/image" Target="../media/image22.png"/><Relationship Id="rId10" Type="http://schemas.openxmlformats.org/officeDocument/2006/relationships/image" Target="../media/image27.svg"/><Relationship Id="rId4" Type="http://schemas.openxmlformats.org/officeDocument/2006/relationships/image" Target="../media/image21.svg"/><Relationship Id="rId9" Type="http://schemas.openxmlformats.org/officeDocument/2006/relationships/image" Target="../media/image26.pn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30.png"/><Relationship Id="rId7" Type="http://schemas.openxmlformats.org/officeDocument/2006/relationships/image" Target="../media/image32.png"/><Relationship Id="rId2" Type="http://schemas.openxmlformats.org/officeDocument/2006/relationships/image" Target="../media/image29.svg"/><Relationship Id="rId1" Type="http://schemas.openxmlformats.org/officeDocument/2006/relationships/image" Target="../media/image2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31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svg"/><Relationship Id="rId3" Type="http://schemas.openxmlformats.org/officeDocument/2006/relationships/image" Target="../media/image20.png"/><Relationship Id="rId7" Type="http://schemas.openxmlformats.org/officeDocument/2006/relationships/image" Target="../media/image46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5.svg"/><Relationship Id="rId5" Type="http://schemas.openxmlformats.org/officeDocument/2006/relationships/image" Target="../media/image44.png"/><Relationship Id="rId4" Type="http://schemas.openxmlformats.org/officeDocument/2006/relationships/image" Target="../media/image2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F5EEB72-DC1F-453C-80EE-AA0B0F2F6661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C9E6FA5-0081-41F2-AB51-BF1F8F69EAFB}">
      <dgm:prSet/>
      <dgm:spPr/>
      <dgm:t>
        <a:bodyPr/>
        <a:lstStyle/>
        <a:p>
          <a:r>
            <a:rPr lang="en-US"/>
            <a:t>Los pequeños minimarkets suelen llevar sus procesos de ventas y stock de forma manual.</a:t>
          </a:r>
        </a:p>
      </dgm:t>
    </dgm:pt>
    <dgm:pt modelId="{5B68A39E-2A97-408E-9598-905C7ED1E2D4}" type="parTrans" cxnId="{A3B97C87-65E6-42D9-91BC-DA31E6844D5A}">
      <dgm:prSet/>
      <dgm:spPr/>
      <dgm:t>
        <a:bodyPr/>
        <a:lstStyle/>
        <a:p>
          <a:endParaRPr lang="en-US"/>
        </a:p>
      </dgm:t>
    </dgm:pt>
    <dgm:pt modelId="{2E21D7B4-ACA6-401F-A0CF-E09BBD23FD43}" type="sibTrans" cxnId="{A3B97C87-65E6-42D9-91BC-DA31E6844D5A}">
      <dgm:prSet/>
      <dgm:spPr/>
      <dgm:t>
        <a:bodyPr/>
        <a:lstStyle/>
        <a:p>
          <a:endParaRPr lang="en-US"/>
        </a:p>
      </dgm:t>
    </dgm:pt>
    <dgm:pt modelId="{975920BE-BE81-4C10-B926-BD134910573B}">
      <dgm:prSet/>
      <dgm:spPr/>
      <dgm:t>
        <a:bodyPr/>
        <a:lstStyle/>
        <a:p>
          <a:r>
            <a:rPr lang="en-US"/>
            <a:t>Esto genera errores, pérdida de información y dificultades para el control del negocio.</a:t>
          </a:r>
        </a:p>
      </dgm:t>
    </dgm:pt>
    <dgm:pt modelId="{6E1B3C87-B7AE-49FE-8E4E-BA5EF8BD4EA7}" type="parTrans" cxnId="{C9104C05-44E6-4535-83D5-8B0CE4314CD6}">
      <dgm:prSet/>
      <dgm:spPr/>
      <dgm:t>
        <a:bodyPr/>
        <a:lstStyle/>
        <a:p>
          <a:endParaRPr lang="en-US"/>
        </a:p>
      </dgm:t>
    </dgm:pt>
    <dgm:pt modelId="{CD50D9D4-CC1F-4CB6-A282-28DCC800FC9D}" type="sibTrans" cxnId="{C9104C05-44E6-4535-83D5-8B0CE4314CD6}">
      <dgm:prSet/>
      <dgm:spPr/>
      <dgm:t>
        <a:bodyPr/>
        <a:lstStyle/>
        <a:p>
          <a:endParaRPr lang="en-US"/>
        </a:p>
      </dgm:t>
    </dgm:pt>
    <dgm:pt modelId="{B7A68D35-ED07-4AD8-9AD3-68413F056D06}" type="pres">
      <dgm:prSet presAssocID="{EF5EEB72-DC1F-453C-80EE-AA0B0F2F6661}" presName="root" presStyleCnt="0">
        <dgm:presLayoutVars>
          <dgm:dir/>
          <dgm:resizeHandles val="exact"/>
        </dgm:presLayoutVars>
      </dgm:prSet>
      <dgm:spPr/>
    </dgm:pt>
    <dgm:pt modelId="{3D84935C-9B4E-4420-989F-BE2228FBD1D4}" type="pres">
      <dgm:prSet presAssocID="{0C9E6FA5-0081-41F2-AB51-BF1F8F69EAFB}" presName="compNode" presStyleCnt="0"/>
      <dgm:spPr/>
    </dgm:pt>
    <dgm:pt modelId="{03915C32-28C4-4EB6-8782-29C832D471B5}" type="pres">
      <dgm:prSet presAssocID="{0C9E6FA5-0081-41F2-AB51-BF1F8F69EAFB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x trolley"/>
        </a:ext>
      </dgm:extLst>
    </dgm:pt>
    <dgm:pt modelId="{D7637131-F3EC-49D3-860A-B78B0E42996D}" type="pres">
      <dgm:prSet presAssocID="{0C9E6FA5-0081-41F2-AB51-BF1F8F69EAFB}" presName="spaceRect" presStyleCnt="0"/>
      <dgm:spPr/>
    </dgm:pt>
    <dgm:pt modelId="{F902AADF-5A3C-43BE-BA34-F2E72487EA23}" type="pres">
      <dgm:prSet presAssocID="{0C9E6FA5-0081-41F2-AB51-BF1F8F69EAFB}" presName="textRect" presStyleLbl="revTx" presStyleIdx="0" presStyleCnt="2">
        <dgm:presLayoutVars>
          <dgm:chMax val="1"/>
          <dgm:chPref val="1"/>
        </dgm:presLayoutVars>
      </dgm:prSet>
      <dgm:spPr/>
    </dgm:pt>
    <dgm:pt modelId="{30E8022C-AE9A-4EEB-9C82-BCE9611899FE}" type="pres">
      <dgm:prSet presAssocID="{2E21D7B4-ACA6-401F-A0CF-E09BBD23FD43}" presName="sibTrans" presStyleCnt="0"/>
      <dgm:spPr/>
    </dgm:pt>
    <dgm:pt modelId="{900E29C7-91E0-4EF4-B6D6-22484EE59F29}" type="pres">
      <dgm:prSet presAssocID="{975920BE-BE81-4C10-B926-BD134910573B}" presName="compNode" presStyleCnt="0"/>
      <dgm:spPr/>
    </dgm:pt>
    <dgm:pt modelId="{5730CCC3-6AC8-4139-A604-9A8A0DE006FC}" type="pres">
      <dgm:prSet presAssocID="{975920BE-BE81-4C10-B926-BD134910573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secto"/>
        </a:ext>
      </dgm:extLst>
    </dgm:pt>
    <dgm:pt modelId="{337786CA-ACF0-45DF-A60A-571B6AC0E586}" type="pres">
      <dgm:prSet presAssocID="{975920BE-BE81-4C10-B926-BD134910573B}" presName="spaceRect" presStyleCnt="0"/>
      <dgm:spPr/>
    </dgm:pt>
    <dgm:pt modelId="{7A4FA39C-AC04-4944-A198-9DC1051A349C}" type="pres">
      <dgm:prSet presAssocID="{975920BE-BE81-4C10-B926-BD134910573B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ECCCF00-1091-47E3-9168-BBF7C197CED7}" type="presOf" srcId="{975920BE-BE81-4C10-B926-BD134910573B}" destId="{7A4FA39C-AC04-4944-A198-9DC1051A349C}" srcOrd="0" destOrd="0" presId="urn:microsoft.com/office/officeart/2018/2/layout/IconLabelList"/>
    <dgm:cxn modelId="{C9104C05-44E6-4535-83D5-8B0CE4314CD6}" srcId="{EF5EEB72-DC1F-453C-80EE-AA0B0F2F6661}" destId="{975920BE-BE81-4C10-B926-BD134910573B}" srcOrd="1" destOrd="0" parTransId="{6E1B3C87-B7AE-49FE-8E4E-BA5EF8BD4EA7}" sibTransId="{CD50D9D4-CC1F-4CB6-A282-28DCC800FC9D}"/>
    <dgm:cxn modelId="{F4C28E39-482E-4B3A-BEAC-8D0F6A0A1A26}" type="presOf" srcId="{0C9E6FA5-0081-41F2-AB51-BF1F8F69EAFB}" destId="{F902AADF-5A3C-43BE-BA34-F2E72487EA23}" srcOrd="0" destOrd="0" presId="urn:microsoft.com/office/officeart/2018/2/layout/IconLabelList"/>
    <dgm:cxn modelId="{8D493946-BE14-4788-99D6-80F13F775C31}" type="presOf" srcId="{EF5EEB72-DC1F-453C-80EE-AA0B0F2F6661}" destId="{B7A68D35-ED07-4AD8-9AD3-68413F056D06}" srcOrd="0" destOrd="0" presId="urn:microsoft.com/office/officeart/2018/2/layout/IconLabelList"/>
    <dgm:cxn modelId="{A3B97C87-65E6-42D9-91BC-DA31E6844D5A}" srcId="{EF5EEB72-DC1F-453C-80EE-AA0B0F2F6661}" destId="{0C9E6FA5-0081-41F2-AB51-BF1F8F69EAFB}" srcOrd="0" destOrd="0" parTransId="{5B68A39E-2A97-408E-9598-905C7ED1E2D4}" sibTransId="{2E21D7B4-ACA6-401F-A0CF-E09BBD23FD43}"/>
    <dgm:cxn modelId="{CFCB2ECE-DDC6-4157-A105-6AB9935C6061}" type="presParOf" srcId="{B7A68D35-ED07-4AD8-9AD3-68413F056D06}" destId="{3D84935C-9B4E-4420-989F-BE2228FBD1D4}" srcOrd="0" destOrd="0" presId="urn:microsoft.com/office/officeart/2018/2/layout/IconLabelList"/>
    <dgm:cxn modelId="{0B9967FF-2202-4739-A7D5-89FD24B341E5}" type="presParOf" srcId="{3D84935C-9B4E-4420-989F-BE2228FBD1D4}" destId="{03915C32-28C4-4EB6-8782-29C832D471B5}" srcOrd="0" destOrd="0" presId="urn:microsoft.com/office/officeart/2018/2/layout/IconLabelList"/>
    <dgm:cxn modelId="{0594F1AE-9885-4FB5-B5EC-03E768769E2B}" type="presParOf" srcId="{3D84935C-9B4E-4420-989F-BE2228FBD1D4}" destId="{D7637131-F3EC-49D3-860A-B78B0E42996D}" srcOrd="1" destOrd="0" presId="urn:microsoft.com/office/officeart/2018/2/layout/IconLabelList"/>
    <dgm:cxn modelId="{11749D6B-82F4-4FEB-A5B2-66AB942E545E}" type="presParOf" srcId="{3D84935C-9B4E-4420-989F-BE2228FBD1D4}" destId="{F902AADF-5A3C-43BE-BA34-F2E72487EA23}" srcOrd="2" destOrd="0" presId="urn:microsoft.com/office/officeart/2018/2/layout/IconLabelList"/>
    <dgm:cxn modelId="{045B55C7-93B2-4CC0-81AE-8CDF6C9BF14A}" type="presParOf" srcId="{B7A68D35-ED07-4AD8-9AD3-68413F056D06}" destId="{30E8022C-AE9A-4EEB-9C82-BCE9611899FE}" srcOrd="1" destOrd="0" presId="urn:microsoft.com/office/officeart/2018/2/layout/IconLabelList"/>
    <dgm:cxn modelId="{52AFC6A3-0784-4362-A1F8-5276C69D3AA6}" type="presParOf" srcId="{B7A68D35-ED07-4AD8-9AD3-68413F056D06}" destId="{900E29C7-91E0-4EF4-B6D6-22484EE59F29}" srcOrd="2" destOrd="0" presId="urn:microsoft.com/office/officeart/2018/2/layout/IconLabelList"/>
    <dgm:cxn modelId="{48083677-F5FD-456C-AA58-234C85A51915}" type="presParOf" srcId="{900E29C7-91E0-4EF4-B6D6-22484EE59F29}" destId="{5730CCC3-6AC8-4139-A604-9A8A0DE006FC}" srcOrd="0" destOrd="0" presId="urn:microsoft.com/office/officeart/2018/2/layout/IconLabelList"/>
    <dgm:cxn modelId="{E66EEB36-4F5E-4D01-B143-71AC28318987}" type="presParOf" srcId="{900E29C7-91E0-4EF4-B6D6-22484EE59F29}" destId="{337786CA-ACF0-45DF-A60A-571B6AC0E586}" srcOrd="1" destOrd="0" presId="urn:microsoft.com/office/officeart/2018/2/layout/IconLabelList"/>
    <dgm:cxn modelId="{A060820E-AD29-4EDA-956E-CAAC0FF9D1A8}" type="presParOf" srcId="{900E29C7-91E0-4EF4-B6D6-22484EE59F29}" destId="{7A4FA39C-AC04-4944-A198-9DC1051A349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4307EA7-D58D-4981-A756-8E84D739E01E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1EC7910-6563-4A79-9F81-FF280913C267}">
      <dgm:prSet/>
      <dgm:spPr/>
      <dgm:t>
        <a:bodyPr/>
        <a:lstStyle/>
        <a:p>
          <a:pPr>
            <a:defRPr cap="all"/>
          </a:pPr>
          <a:r>
            <a:rPr lang="en-US"/>
            <a:t>• Falta de control de stock</a:t>
          </a:r>
        </a:p>
      </dgm:t>
    </dgm:pt>
    <dgm:pt modelId="{0C61F985-996E-4FDD-A214-D4191DA00E48}" type="parTrans" cxnId="{81306C24-7DD1-4536-B216-E179D8F432A1}">
      <dgm:prSet/>
      <dgm:spPr/>
      <dgm:t>
        <a:bodyPr/>
        <a:lstStyle/>
        <a:p>
          <a:endParaRPr lang="en-US"/>
        </a:p>
      </dgm:t>
    </dgm:pt>
    <dgm:pt modelId="{48D6A20E-8811-4F93-8C7F-B30A13D7A986}" type="sibTrans" cxnId="{81306C24-7DD1-4536-B216-E179D8F432A1}">
      <dgm:prSet/>
      <dgm:spPr/>
      <dgm:t>
        <a:bodyPr/>
        <a:lstStyle/>
        <a:p>
          <a:endParaRPr lang="en-US"/>
        </a:p>
      </dgm:t>
    </dgm:pt>
    <dgm:pt modelId="{40316FFB-39C0-48F4-86DF-1E838FDC838D}">
      <dgm:prSet/>
      <dgm:spPr/>
      <dgm:t>
        <a:bodyPr/>
        <a:lstStyle/>
        <a:p>
          <a:pPr>
            <a:defRPr cap="all"/>
          </a:pPr>
          <a:r>
            <a:rPr lang="en-US"/>
            <a:t>• Registro manual de ventas</a:t>
          </a:r>
        </a:p>
      </dgm:t>
    </dgm:pt>
    <dgm:pt modelId="{D9B65334-D107-4E5C-B47D-07D1D7413E84}" type="parTrans" cxnId="{2398421A-3840-4667-AE27-D3DB2FF677FC}">
      <dgm:prSet/>
      <dgm:spPr/>
      <dgm:t>
        <a:bodyPr/>
        <a:lstStyle/>
        <a:p>
          <a:endParaRPr lang="en-US"/>
        </a:p>
      </dgm:t>
    </dgm:pt>
    <dgm:pt modelId="{336FDC1B-D004-4187-915E-3E22A2604540}" type="sibTrans" cxnId="{2398421A-3840-4667-AE27-D3DB2FF677FC}">
      <dgm:prSet/>
      <dgm:spPr/>
      <dgm:t>
        <a:bodyPr/>
        <a:lstStyle/>
        <a:p>
          <a:endParaRPr lang="en-US"/>
        </a:p>
      </dgm:t>
    </dgm:pt>
    <dgm:pt modelId="{ADDE3A49-8773-483B-9720-F723F9B4ADDF}">
      <dgm:prSet/>
      <dgm:spPr/>
      <dgm:t>
        <a:bodyPr/>
        <a:lstStyle/>
        <a:p>
          <a:pPr>
            <a:defRPr cap="all"/>
          </a:pPr>
          <a:r>
            <a:rPr lang="en-US"/>
            <a:t>• Dificultad para generar reportes</a:t>
          </a:r>
        </a:p>
      </dgm:t>
    </dgm:pt>
    <dgm:pt modelId="{72FE49DA-34FE-4556-8F64-33DCE4E0CAC5}" type="parTrans" cxnId="{E2E98AD9-573C-44D1-8AAD-B9D25995FD5B}">
      <dgm:prSet/>
      <dgm:spPr/>
      <dgm:t>
        <a:bodyPr/>
        <a:lstStyle/>
        <a:p>
          <a:endParaRPr lang="en-US"/>
        </a:p>
      </dgm:t>
    </dgm:pt>
    <dgm:pt modelId="{C28290E8-3B29-4DD0-A651-A7220155FB72}" type="sibTrans" cxnId="{E2E98AD9-573C-44D1-8AAD-B9D25995FD5B}">
      <dgm:prSet/>
      <dgm:spPr/>
      <dgm:t>
        <a:bodyPr/>
        <a:lstStyle/>
        <a:p>
          <a:endParaRPr lang="en-US"/>
        </a:p>
      </dgm:t>
    </dgm:pt>
    <dgm:pt modelId="{A0794E04-8E62-4A4A-8445-C4EBED3BA683}">
      <dgm:prSet/>
      <dgm:spPr/>
      <dgm:t>
        <a:bodyPr/>
        <a:lstStyle/>
        <a:p>
          <a:pPr>
            <a:defRPr cap="all"/>
          </a:pPr>
          <a:r>
            <a:rPr lang="en-US"/>
            <a:t>• Escaso control de clientes fiados</a:t>
          </a:r>
        </a:p>
      </dgm:t>
    </dgm:pt>
    <dgm:pt modelId="{CA0D3912-B3A5-4FC1-908C-797D1B00BCC1}" type="parTrans" cxnId="{539A1D27-1282-4B9F-B9B9-A55370A78E83}">
      <dgm:prSet/>
      <dgm:spPr/>
      <dgm:t>
        <a:bodyPr/>
        <a:lstStyle/>
        <a:p>
          <a:endParaRPr lang="en-US"/>
        </a:p>
      </dgm:t>
    </dgm:pt>
    <dgm:pt modelId="{45FCC72B-4E0D-467F-9E78-7A5C65B571C6}" type="sibTrans" cxnId="{539A1D27-1282-4B9F-B9B9-A55370A78E83}">
      <dgm:prSet/>
      <dgm:spPr/>
      <dgm:t>
        <a:bodyPr/>
        <a:lstStyle/>
        <a:p>
          <a:endParaRPr lang="en-US"/>
        </a:p>
      </dgm:t>
    </dgm:pt>
    <dgm:pt modelId="{0053A60E-23D4-4E78-A5FC-C6BFABB14A9D}" type="pres">
      <dgm:prSet presAssocID="{54307EA7-D58D-4981-A756-8E84D739E01E}" presName="root" presStyleCnt="0">
        <dgm:presLayoutVars>
          <dgm:dir/>
          <dgm:resizeHandles val="exact"/>
        </dgm:presLayoutVars>
      </dgm:prSet>
      <dgm:spPr/>
    </dgm:pt>
    <dgm:pt modelId="{7195C8E5-D52D-41C4-8AB5-0785966B5991}" type="pres">
      <dgm:prSet presAssocID="{21EC7910-6563-4A79-9F81-FF280913C267}" presName="compNode" presStyleCnt="0"/>
      <dgm:spPr/>
    </dgm:pt>
    <dgm:pt modelId="{C0498996-E604-46AB-9C0A-E8A7EB1B06F0}" type="pres">
      <dgm:prSet presAssocID="{21EC7910-6563-4A79-9F81-FF280913C267}" presName="iconBgRect" presStyleLbl="bgShp" presStyleIdx="0" presStyleCnt="4"/>
      <dgm:spPr/>
    </dgm:pt>
    <dgm:pt modelId="{693BCB93-F370-459D-A4FA-D6B8FE9B2C81}" type="pres">
      <dgm:prSet presAssocID="{21EC7910-6563-4A79-9F81-FF280913C267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Graph with Downward Trend"/>
        </a:ext>
      </dgm:extLst>
    </dgm:pt>
    <dgm:pt modelId="{C5898B6A-8A4C-48D4-907E-A4AFF6DA2B1D}" type="pres">
      <dgm:prSet presAssocID="{21EC7910-6563-4A79-9F81-FF280913C267}" presName="spaceRect" presStyleCnt="0"/>
      <dgm:spPr/>
    </dgm:pt>
    <dgm:pt modelId="{F4F57F0B-2E89-401E-B70A-4B1FC2DB8C58}" type="pres">
      <dgm:prSet presAssocID="{21EC7910-6563-4A79-9F81-FF280913C267}" presName="textRect" presStyleLbl="revTx" presStyleIdx="0" presStyleCnt="4">
        <dgm:presLayoutVars>
          <dgm:chMax val="1"/>
          <dgm:chPref val="1"/>
        </dgm:presLayoutVars>
      </dgm:prSet>
      <dgm:spPr/>
    </dgm:pt>
    <dgm:pt modelId="{52149002-7A13-4E8E-A5AF-F0721B9956F7}" type="pres">
      <dgm:prSet presAssocID="{48D6A20E-8811-4F93-8C7F-B30A13D7A986}" presName="sibTrans" presStyleCnt="0"/>
      <dgm:spPr/>
    </dgm:pt>
    <dgm:pt modelId="{1E5CDB17-8C75-4874-8CD4-D7AFF73906D9}" type="pres">
      <dgm:prSet presAssocID="{40316FFB-39C0-48F4-86DF-1E838FDC838D}" presName="compNode" presStyleCnt="0"/>
      <dgm:spPr/>
    </dgm:pt>
    <dgm:pt modelId="{68C230E2-3444-45BC-A950-98F215FBB297}" type="pres">
      <dgm:prSet presAssocID="{40316FFB-39C0-48F4-86DF-1E838FDC838D}" presName="iconBgRect" presStyleLbl="bgShp" presStyleIdx="1" presStyleCnt="4"/>
      <dgm:spPr/>
    </dgm:pt>
    <dgm:pt modelId="{945C308A-9052-4755-AF1E-37317C8AA00E}" type="pres">
      <dgm:prSet presAssocID="{40316FFB-39C0-48F4-86DF-1E838FDC83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E3AAA6DF-0AF6-4653-9636-98B913EE4981}" type="pres">
      <dgm:prSet presAssocID="{40316FFB-39C0-48F4-86DF-1E838FDC838D}" presName="spaceRect" presStyleCnt="0"/>
      <dgm:spPr/>
    </dgm:pt>
    <dgm:pt modelId="{A7144471-D365-410A-A849-5F823974A42D}" type="pres">
      <dgm:prSet presAssocID="{40316FFB-39C0-48F4-86DF-1E838FDC838D}" presName="textRect" presStyleLbl="revTx" presStyleIdx="1" presStyleCnt="4">
        <dgm:presLayoutVars>
          <dgm:chMax val="1"/>
          <dgm:chPref val="1"/>
        </dgm:presLayoutVars>
      </dgm:prSet>
      <dgm:spPr/>
    </dgm:pt>
    <dgm:pt modelId="{F2399904-70E6-4824-859E-448DBA3DC1FC}" type="pres">
      <dgm:prSet presAssocID="{336FDC1B-D004-4187-915E-3E22A2604540}" presName="sibTrans" presStyleCnt="0"/>
      <dgm:spPr/>
    </dgm:pt>
    <dgm:pt modelId="{EF83F303-A3F9-4C96-9F9B-FEE2048962D1}" type="pres">
      <dgm:prSet presAssocID="{ADDE3A49-8773-483B-9720-F723F9B4ADDF}" presName="compNode" presStyleCnt="0"/>
      <dgm:spPr/>
    </dgm:pt>
    <dgm:pt modelId="{CDD9A790-00DD-45AC-B7BA-09CDF0AF9E2D}" type="pres">
      <dgm:prSet presAssocID="{ADDE3A49-8773-483B-9720-F723F9B4ADDF}" presName="iconBgRect" presStyleLbl="bgShp" presStyleIdx="2" presStyleCnt="4"/>
      <dgm:spPr/>
    </dgm:pt>
    <dgm:pt modelId="{D6418C70-C8D7-4CB5-9080-4AE9F782227C}" type="pres">
      <dgm:prSet presAssocID="{ADDE3A49-8773-483B-9720-F723F9B4ADD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onómetro"/>
        </a:ext>
      </dgm:extLst>
    </dgm:pt>
    <dgm:pt modelId="{D9604816-E914-4020-B6C4-9C92EDC57B9E}" type="pres">
      <dgm:prSet presAssocID="{ADDE3A49-8773-483B-9720-F723F9B4ADDF}" presName="spaceRect" presStyleCnt="0"/>
      <dgm:spPr/>
    </dgm:pt>
    <dgm:pt modelId="{D8C1AFBA-9DAA-4D37-93A2-8D6888DC308C}" type="pres">
      <dgm:prSet presAssocID="{ADDE3A49-8773-483B-9720-F723F9B4ADDF}" presName="textRect" presStyleLbl="revTx" presStyleIdx="2" presStyleCnt="4">
        <dgm:presLayoutVars>
          <dgm:chMax val="1"/>
          <dgm:chPref val="1"/>
        </dgm:presLayoutVars>
      </dgm:prSet>
      <dgm:spPr/>
    </dgm:pt>
    <dgm:pt modelId="{95E1B46C-6F5F-4699-AA32-6EEC4CE241CB}" type="pres">
      <dgm:prSet presAssocID="{C28290E8-3B29-4DD0-A651-A7220155FB72}" presName="sibTrans" presStyleCnt="0"/>
      <dgm:spPr/>
    </dgm:pt>
    <dgm:pt modelId="{186E73A7-94BC-4211-9DD1-7C944DB3442A}" type="pres">
      <dgm:prSet presAssocID="{A0794E04-8E62-4A4A-8445-C4EBED3BA683}" presName="compNode" presStyleCnt="0"/>
      <dgm:spPr/>
    </dgm:pt>
    <dgm:pt modelId="{790E2BA8-C26D-4E49-9EF2-3B4B86D33F4E}" type="pres">
      <dgm:prSet presAssocID="{A0794E04-8E62-4A4A-8445-C4EBED3BA683}" presName="iconBgRect" presStyleLbl="bgShp" presStyleIdx="3" presStyleCnt="4"/>
      <dgm:spPr/>
    </dgm:pt>
    <dgm:pt modelId="{9F7885AD-571D-46B7-917E-754FA80EB082}" type="pres">
      <dgm:prSet presAssocID="{A0794E04-8E62-4A4A-8445-C4EBED3BA683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156B605B-F5CA-4C97-BD76-B8B5151F569C}" type="pres">
      <dgm:prSet presAssocID="{A0794E04-8E62-4A4A-8445-C4EBED3BA683}" presName="spaceRect" presStyleCnt="0"/>
      <dgm:spPr/>
    </dgm:pt>
    <dgm:pt modelId="{91CFA2CD-6D5F-477E-B8E7-54ACB259858F}" type="pres">
      <dgm:prSet presAssocID="{A0794E04-8E62-4A4A-8445-C4EBED3BA683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2398421A-3840-4667-AE27-D3DB2FF677FC}" srcId="{54307EA7-D58D-4981-A756-8E84D739E01E}" destId="{40316FFB-39C0-48F4-86DF-1E838FDC838D}" srcOrd="1" destOrd="0" parTransId="{D9B65334-D107-4E5C-B47D-07D1D7413E84}" sibTransId="{336FDC1B-D004-4187-915E-3E22A2604540}"/>
    <dgm:cxn modelId="{81306C24-7DD1-4536-B216-E179D8F432A1}" srcId="{54307EA7-D58D-4981-A756-8E84D739E01E}" destId="{21EC7910-6563-4A79-9F81-FF280913C267}" srcOrd="0" destOrd="0" parTransId="{0C61F985-996E-4FDD-A214-D4191DA00E48}" sibTransId="{48D6A20E-8811-4F93-8C7F-B30A13D7A986}"/>
    <dgm:cxn modelId="{539A1D27-1282-4B9F-B9B9-A55370A78E83}" srcId="{54307EA7-D58D-4981-A756-8E84D739E01E}" destId="{A0794E04-8E62-4A4A-8445-C4EBED3BA683}" srcOrd="3" destOrd="0" parTransId="{CA0D3912-B3A5-4FC1-908C-797D1B00BCC1}" sibTransId="{45FCC72B-4E0D-467F-9E78-7A5C65B571C6}"/>
    <dgm:cxn modelId="{960D022B-2273-40D0-B3CE-78CCA85D0E12}" type="presOf" srcId="{54307EA7-D58D-4981-A756-8E84D739E01E}" destId="{0053A60E-23D4-4E78-A5FC-C6BFABB14A9D}" srcOrd="0" destOrd="0" presId="urn:microsoft.com/office/officeart/2018/5/layout/IconCircleLabelList"/>
    <dgm:cxn modelId="{7DC3143E-3623-4216-AFF1-782016D7B340}" type="presOf" srcId="{ADDE3A49-8773-483B-9720-F723F9B4ADDF}" destId="{D8C1AFBA-9DAA-4D37-93A2-8D6888DC308C}" srcOrd="0" destOrd="0" presId="urn:microsoft.com/office/officeart/2018/5/layout/IconCircleLabelList"/>
    <dgm:cxn modelId="{3AA9127B-F0AF-4023-A849-0BD6C9339E78}" type="presOf" srcId="{40316FFB-39C0-48F4-86DF-1E838FDC838D}" destId="{A7144471-D365-410A-A849-5F823974A42D}" srcOrd="0" destOrd="0" presId="urn:microsoft.com/office/officeart/2018/5/layout/IconCircleLabelList"/>
    <dgm:cxn modelId="{BF3898C1-89FF-4332-83B9-18BC7921FD3A}" type="presOf" srcId="{21EC7910-6563-4A79-9F81-FF280913C267}" destId="{F4F57F0B-2E89-401E-B70A-4B1FC2DB8C58}" srcOrd="0" destOrd="0" presId="urn:microsoft.com/office/officeart/2018/5/layout/IconCircleLabelList"/>
    <dgm:cxn modelId="{D206EAC1-9404-4ACC-8676-8DE722DCE724}" type="presOf" srcId="{A0794E04-8E62-4A4A-8445-C4EBED3BA683}" destId="{91CFA2CD-6D5F-477E-B8E7-54ACB259858F}" srcOrd="0" destOrd="0" presId="urn:microsoft.com/office/officeart/2018/5/layout/IconCircleLabelList"/>
    <dgm:cxn modelId="{E2E98AD9-573C-44D1-8AAD-B9D25995FD5B}" srcId="{54307EA7-D58D-4981-A756-8E84D739E01E}" destId="{ADDE3A49-8773-483B-9720-F723F9B4ADDF}" srcOrd="2" destOrd="0" parTransId="{72FE49DA-34FE-4556-8F64-33DCE4E0CAC5}" sibTransId="{C28290E8-3B29-4DD0-A651-A7220155FB72}"/>
    <dgm:cxn modelId="{395059E0-A131-4DE3-BEB1-55A61D99150C}" type="presParOf" srcId="{0053A60E-23D4-4E78-A5FC-C6BFABB14A9D}" destId="{7195C8E5-D52D-41C4-8AB5-0785966B5991}" srcOrd="0" destOrd="0" presId="urn:microsoft.com/office/officeart/2018/5/layout/IconCircleLabelList"/>
    <dgm:cxn modelId="{6DCBD7A0-8BDB-4C5D-B3FE-F0D62B562697}" type="presParOf" srcId="{7195C8E5-D52D-41C4-8AB5-0785966B5991}" destId="{C0498996-E604-46AB-9C0A-E8A7EB1B06F0}" srcOrd="0" destOrd="0" presId="urn:microsoft.com/office/officeart/2018/5/layout/IconCircleLabelList"/>
    <dgm:cxn modelId="{FA288D76-F8D5-4543-875E-D3295C846C78}" type="presParOf" srcId="{7195C8E5-D52D-41C4-8AB5-0785966B5991}" destId="{693BCB93-F370-459D-A4FA-D6B8FE9B2C81}" srcOrd="1" destOrd="0" presId="urn:microsoft.com/office/officeart/2018/5/layout/IconCircleLabelList"/>
    <dgm:cxn modelId="{E1E191DE-FB2F-49D7-9902-6A6920CF5F96}" type="presParOf" srcId="{7195C8E5-D52D-41C4-8AB5-0785966B5991}" destId="{C5898B6A-8A4C-48D4-907E-A4AFF6DA2B1D}" srcOrd="2" destOrd="0" presId="urn:microsoft.com/office/officeart/2018/5/layout/IconCircleLabelList"/>
    <dgm:cxn modelId="{1E41BA53-42C5-43BC-AAB7-16369531EAAB}" type="presParOf" srcId="{7195C8E5-D52D-41C4-8AB5-0785966B5991}" destId="{F4F57F0B-2E89-401E-B70A-4B1FC2DB8C58}" srcOrd="3" destOrd="0" presId="urn:microsoft.com/office/officeart/2018/5/layout/IconCircleLabelList"/>
    <dgm:cxn modelId="{D5C0A975-736D-4BAC-AE74-6F25EDE5DD2F}" type="presParOf" srcId="{0053A60E-23D4-4E78-A5FC-C6BFABB14A9D}" destId="{52149002-7A13-4E8E-A5AF-F0721B9956F7}" srcOrd="1" destOrd="0" presId="urn:microsoft.com/office/officeart/2018/5/layout/IconCircleLabelList"/>
    <dgm:cxn modelId="{23EEF2BB-3E25-4E6B-A5FB-21F4D0B190A5}" type="presParOf" srcId="{0053A60E-23D4-4E78-A5FC-C6BFABB14A9D}" destId="{1E5CDB17-8C75-4874-8CD4-D7AFF73906D9}" srcOrd="2" destOrd="0" presId="urn:microsoft.com/office/officeart/2018/5/layout/IconCircleLabelList"/>
    <dgm:cxn modelId="{4FC4049B-78D7-4F80-ADA6-5F621D279453}" type="presParOf" srcId="{1E5CDB17-8C75-4874-8CD4-D7AFF73906D9}" destId="{68C230E2-3444-45BC-A950-98F215FBB297}" srcOrd="0" destOrd="0" presId="urn:microsoft.com/office/officeart/2018/5/layout/IconCircleLabelList"/>
    <dgm:cxn modelId="{F4FDA040-EAD1-4235-88E0-C8CA60007874}" type="presParOf" srcId="{1E5CDB17-8C75-4874-8CD4-D7AFF73906D9}" destId="{945C308A-9052-4755-AF1E-37317C8AA00E}" srcOrd="1" destOrd="0" presId="urn:microsoft.com/office/officeart/2018/5/layout/IconCircleLabelList"/>
    <dgm:cxn modelId="{A229C218-1448-402C-AFEB-55721FC773D8}" type="presParOf" srcId="{1E5CDB17-8C75-4874-8CD4-D7AFF73906D9}" destId="{E3AAA6DF-0AF6-4653-9636-98B913EE4981}" srcOrd="2" destOrd="0" presId="urn:microsoft.com/office/officeart/2018/5/layout/IconCircleLabelList"/>
    <dgm:cxn modelId="{A576AD62-41F4-4A87-9241-9F7BF7FD93D4}" type="presParOf" srcId="{1E5CDB17-8C75-4874-8CD4-D7AFF73906D9}" destId="{A7144471-D365-410A-A849-5F823974A42D}" srcOrd="3" destOrd="0" presId="urn:microsoft.com/office/officeart/2018/5/layout/IconCircleLabelList"/>
    <dgm:cxn modelId="{CEBB9E1B-3887-48E1-8413-739785B5C510}" type="presParOf" srcId="{0053A60E-23D4-4E78-A5FC-C6BFABB14A9D}" destId="{F2399904-70E6-4824-859E-448DBA3DC1FC}" srcOrd="3" destOrd="0" presId="urn:microsoft.com/office/officeart/2018/5/layout/IconCircleLabelList"/>
    <dgm:cxn modelId="{FF45A091-92BE-4199-83DD-D78362682AAD}" type="presParOf" srcId="{0053A60E-23D4-4E78-A5FC-C6BFABB14A9D}" destId="{EF83F303-A3F9-4C96-9F9B-FEE2048962D1}" srcOrd="4" destOrd="0" presId="urn:microsoft.com/office/officeart/2018/5/layout/IconCircleLabelList"/>
    <dgm:cxn modelId="{C127E9B9-32F4-483B-BFA6-958133BFC5C2}" type="presParOf" srcId="{EF83F303-A3F9-4C96-9F9B-FEE2048962D1}" destId="{CDD9A790-00DD-45AC-B7BA-09CDF0AF9E2D}" srcOrd="0" destOrd="0" presId="urn:microsoft.com/office/officeart/2018/5/layout/IconCircleLabelList"/>
    <dgm:cxn modelId="{A3353EA5-6B7F-48AC-9848-69C432CDA056}" type="presParOf" srcId="{EF83F303-A3F9-4C96-9F9B-FEE2048962D1}" destId="{D6418C70-C8D7-4CB5-9080-4AE9F782227C}" srcOrd="1" destOrd="0" presId="urn:microsoft.com/office/officeart/2018/5/layout/IconCircleLabelList"/>
    <dgm:cxn modelId="{186EBAB8-760D-4268-9597-5E4171B6F93E}" type="presParOf" srcId="{EF83F303-A3F9-4C96-9F9B-FEE2048962D1}" destId="{D9604816-E914-4020-B6C4-9C92EDC57B9E}" srcOrd="2" destOrd="0" presId="urn:microsoft.com/office/officeart/2018/5/layout/IconCircleLabelList"/>
    <dgm:cxn modelId="{16B92A8F-FD59-4EDA-B958-F28528F77C99}" type="presParOf" srcId="{EF83F303-A3F9-4C96-9F9B-FEE2048962D1}" destId="{D8C1AFBA-9DAA-4D37-93A2-8D6888DC308C}" srcOrd="3" destOrd="0" presId="urn:microsoft.com/office/officeart/2018/5/layout/IconCircleLabelList"/>
    <dgm:cxn modelId="{AF98CA00-52AD-4B89-969C-4ECBDE741AD7}" type="presParOf" srcId="{0053A60E-23D4-4E78-A5FC-C6BFABB14A9D}" destId="{95E1B46C-6F5F-4699-AA32-6EEC4CE241CB}" srcOrd="5" destOrd="0" presId="urn:microsoft.com/office/officeart/2018/5/layout/IconCircleLabelList"/>
    <dgm:cxn modelId="{3DF87FFD-9AAA-4BC3-82EF-CE8880531C0F}" type="presParOf" srcId="{0053A60E-23D4-4E78-A5FC-C6BFABB14A9D}" destId="{186E73A7-94BC-4211-9DD1-7C944DB3442A}" srcOrd="6" destOrd="0" presId="urn:microsoft.com/office/officeart/2018/5/layout/IconCircleLabelList"/>
    <dgm:cxn modelId="{605ACE7C-C6EC-486B-A38D-F34E4D7472B7}" type="presParOf" srcId="{186E73A7-94BC-4211-9DD1-7C944DB3442A}" destId="{790E2BA8-C26D-4E49-9EF2-3B4B86D33F4E}" srcOrd="0" destOrd="0" presId="urn:microsoft.com/office/officeart/2018/5/layout/IconCircleLabelList"/>
    <dgm:cxn modelId="{F432032F-8D73-486D-BA62-A804F41FD7FB}" type="presParOf" srcId="{186E73A7-94BC-4211-9DD1-7C944DB3442A}" destId="{9F7885AD-571D-46B7-917E-754FA80EB082}" srcOrd="1" destOrd="0" presId="urn:microsoft.com/office/officeart/2018/5/layout/IconCircleLabelList"/>
    <dgm:cxn modelId="{579A6AF6-F9FE-40AD-80D4-9D5C91462EC4}" type="presParOf" srcId="{186E73A7-94BC-4211-9DD1-7C944DB3442A}" destId="{156B605B-F5CA-4C97-BD76-B8B5151F569C}" srcOrd="2" destOrd="0" presId="urn:microsoft.com/office/officeart/2018/5/layout/IconCircleLabelList"/>
    <dgm:cxn modelId="{5AF33893-BEE8-47BF-AB0F-AC12B78BAE03}" type="presParOf" srcId="{186E73A7-94BC-4211-9DD1-7C944DB3442A}" destId="{91CFA2CD-6D5F-477E-B8E7-54ACB259858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9541FEB-EBF2-45CF-A74A-352042C2D98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BAEB9753-0626-41C5-847B-D24113EADB8D}">
      <dgm:prSet/>
      <dgm:spPr/>
      <dgm:t>
        <a:bodyPr/>
        <a:lstStyle/>
        <a:p>
          <a:r>
            <a:rPr lang="en-US"/>
            <a:t>Desarrollar un sistema de escritorio que permita gestionar ventas,</a:t>
          </a:r>
        </a:p>
      </dgm:t>
    </dgm:pt>
    <dgm:pt modelId="{3B2BAE6D-F09F-4EED-9982-5B90AFC94C0D}" type="parTrans" cxnId="{2F9FED45-07C1-4295-8552-97BBE9BF6653}">
      <dgm:prSet/>
      <dgm:spPr/>
      <dgm:t>
        <a:bodyPr/>
        <a:lstStyle/>
        <a:p>
          <a:endParaRPr lang="en-US"/>
        </a:p>
      </dgm:t>
    </dgm:pt>
    <dgm:pt modelId="{ECE736A0-92BD-4723-8A64-141D9288B42C}" type="sibTrans" cxnId="{2F9FED45-07C1-4295-8552-97BBE9BF6653}">
      <dgm:prSet/>
      <dgm:spPr/>
      <dgm:t>
        <a:bodyPr/>
        <a:lstStyle/>
        <a:p>
          <a:endParaRPr lang="en-US"/>
        </a:p>
      </dgm:t>
    </dgm:pt>
    <dgm:pt modelId="{745BFF84-961F-470D-89F7-2052BF01C353}">
      <dgm:prSet/>
      <dgm:spPr/>
      <dgm:t>
        <a:bodyPr/>
        <a:lstStyle/>
        <a:p>
          <a:r>
            <a:rPr lang="en-US"/>
            <a:t>productos y clientes de un minimarket de forma eficiente.</a:t>
          </a:r>
        </a:p>
      </dgm:t>
    </dgm:pt>
    <dgm:pt modelId="{312337F9-08FE-4176-A93E-7A77AD8CEBEB}" type="parTrans" cxnId="{33BA10B7-FB09-4197-8690-D870ED6CAAD5}">
      <dgm:prSet/>
      <dgm:spPr/>
      <dgm:t>
        <a:bodyPr/>
        <a:lstStyle/>
        <a:p>
          <a:endParaRPr lang="en-US"/>
        </a:p>
      </dgm:t>
    </dgm:pt>
    <dgm:pt modelId="{36C15DB5-C241-4785-B690-1D19C9A4EB30}" type="sibTrans" cxnId="{33BA10B7-FB09-4197-8690-D870ED6CAAD5}">
      <dgm:prSet/>
      <dgm:spPr/>
      <dgm:t>
        <a:bodyPr/>
        <a:lstStyle/>
        <a:p>
          <a:endParaRPr lang="en-US"/>
        </a:p>
      </dgm:t>
    </dgm:pt>
    <dgm:pt modelId="{D263ADDC-F4AD-4F22-B461-72328D1377DE}" type="pres">
      <dgm:prSet presAssocID="{79541FEB-EBF2-45CF-A74A-352042C2D98C}" presName="root" presStyleCnt="0">
        <dgm:presLayoutVars>
          <dgm:dir/>
          <dgm:resizeHandles val="exact"/>
        </dgm:presLayoutVars>
      </dgm:prSet>
      <dgm:spPr/>
    </dgm:pt>
    <dgm:pt modelId="{689FD02B-F77C-478D-9367-B6CDFCF0E9E7}" type="pres">
      <dgm:prSet presAssocID="{BAEB9753-0626-41C5-847B-D24113EADB8D}" presName="compNode" presStyleCnt="0"/>
      <dgm:spPr/>
    </dgm:pt>
    <dgm:pt modelId="{CCD95D2A-8525-4FB1-83EF-846F480DAE1E}" type="pres">
      <dgm:prSet presAssocID="{BAEB9753-0626-41C5-847B-D24113EADB8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A64E6BE8-5B9A-4A79-BE74-E243DF49E5E0}" type="pres">
      <dgm:prSet presAssocID="{BAEB9753-0626-41C5-847B-D24113EADB8D}" presName="spaceRect" presStyleCnt="0"/>
      <dgm:spPr/>
    </dgm:pt>
    <dgm:pt modelId="{64891E34-7F2C-44C4-86F3-E2BC5F362F9B}" type="pres">
      <dgm:prSet presAssocID="{BAEB9753-0626-41C5-847B-D24113EADB8D}" presName="textRect" presStyleLbl="revTx" presStyleIdx="0" presStyleCnt="2">
        <dgm:presLayoutVars>
          <dgm:chMax val="1"/>
          <dgm:chPref val="1"/>
        </dgm:presLayoutVars>
      </dgm:prSet>
      <dgm:spPr/>
    </dgm:pt>
    <dgm:pt modelId="{3AC2C4AD-2582-4CC1-B202-88258F934826}" type="pres">
      <dgm:prSet presAssocID="{ECE736A0-92BD-4723-8A64-141D9288B42C}" presName="sibTrans" presStyleCnt="0"/>
      <dgm:spPr/>
    </dgm:pt>
    <dgm:pt modelId="{A70C3AD5-3917-43E8-A678-6F496B763EB9}" type="pres">
      <dgm:prSet presAssocID="{745BFF84-961F-470D-89F7-2052BF01C353}" presName="compNode" presStyleCnt="0"/>
      <dgm:spPr/>
    </dgm:pt>
    <dgm:pt modelId="{B283DD58-1004-41CA-87D9-993CCC5FC518}" type="pres">
      <dgm:prSet presAssocID="{745BFF84-961F-470D-89F7-2052BF01C353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iosco"/>
        </a:ext>
      </dgm:extLst>
    </dgm:pt>
    <dgm:pt modelId="{D85CE78A-06F3-429A-BC1C-C4FA23B0AA39}" type="pres">
      <dgm:prSet presAssocID="{745BFF84-961F-470D-89F7-2052BF01C353}" presName="spaceRect" presStyleCnt="0"/>
      <dgm:spPr/>
    </dgm:pt>
    <dgm:pt modelId="{77FD11A5-FC57-46B9-B69E-98917E573D60}" type="pres">
      <dgm:prSet presAssocID="{745BFF84-961F-470D-89F7-2052BF01C353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66BB3A1D-851C-4239-A512-CC395D73D564}" type="presOf" srcId="{745BFF84-961F-470D-89F7-2052BF01C353}" destId="{77FD11A5-FC57-46B9-B69E-98917E573D60}" srcOrd="0" destOrd="0" presId="urn:microsoft.com/office/officeart/2018/2/layout/IconLabelList"/>
    <dgm:cxn modelId="{2F9FED45-07C1-4295-8552-97BBE9BF6653}" srcId="{79541FEB-EBF2-45CF-A74A-352042C2D98C}" destId="{BAEB9753-0626-41C5-847B-D24113EADB8D}" srcOrd="0" destOrd="0" parTransId="{3B2BAE6D-F09F-4EED-9982-5B90AFC94C0D}" sibTransId="{ECE736A0-92BD-4723-8A64-141D9288B42C}"/>
    <dgm:cxn modelId="{33BA10B7-FB09-4197-8690-D870ED6CAAD5}" srcId="{79541FEB-EBF2-45CF-A74A-352042C2D98C}" destId="{745BFF84-961F-470D-89F7-2052BF01C353}" srcOrd="1" destOrd="0" parTransId="{312337F9-08FE-4176-A93E-7A77AD8CEBEB}" sibTransId="{36C15DB5-C241-4785-B690-1D19C9A4EB30}"/>
    <dgm:cxn modelId="{04AE49C0-B993-4AD6-92D1-3D2106C3A6A5}" type="presOf" srcId="{BAEB9753-0626-41C5-847B-D24113EADB8D}" destId="{64891E34-7F2C-44C4-86F3-E2BC5F362F9B}" srcOrd="0" destOrd="0" presId="urn:microsoft.com/office/officeart/2018/2/layout/IconLabelList"/>
    <dgm:cxn modelId="{068371E3-E52B-4A39-AADD-B25C75191CC8}" type="presOf" srcId="{79541FEB-EBF2-45CF-A74A-352042C2D98C}" destId="{D263ADDC-F4AD-4F22-B461-72328D1377DE}" srcOrd="0" destOrd="0" presId="urn:microsoft.com/office/officeart/2018/2/layout/IconLabelList"/>
    <dgm:cxn modelId="{365101E4-C374-4FAF-A164-9BAAD36F029F}" type="presParOf" srcId="{D263ADDC-F4AD-4F22-B461-72328D1377DE}" destId="{689FD02B-F77C-478D-9367-B6CDFCF0E9E7}" srcOrd="0" destOrd="0" presId="urn:microsoft.com/office/officeart/2018/2/layout/IconLabelList"/>
    <dgm:cxn modelId="{D8163172-F06E-4C85-9C30-B3694C7B6A94}" type="presParOf" srcId="{689FD02B-F77C-478D-9367-B6CDFCF0E9E7}" destId="{CCD95D2A-8525-4FB1-83EF-846F480DAE1E}" srcOrd="0" destOrd="0" presId="urn:microsoft.com/office/officeart/2018/2/layout/IconLabelList"/>
    <dgm:cxn modelId="{EA4E00A7-44A1-4720-B80A-5248F48A4932}" type="presParOf" srcId="{689FD02B-F77C-478D-9367-B6CDFCF0E9E7}" destId="{A64E6BE8-5B9A-4A79-BE74-E243DF49E5E0}" srcOrd="1" destOrd="0" presId="urn:microsoft.com/office/officeart/2018/2/layout/IconLabelList"/>
    <dgm:cxn modelId="{84DD463A-100A-478F-B5E4-548083740D90}" type="presParOf" srcId="{689FD02B-F77C-478D-9367-B6CDFCF0E9E7}" destId="{64891E34-7F2C-44C4-86F3-E2BC5F362F9B}" srcOrd="2" destOrd="0" presId="urn:microsoft.com/office/officeart/2018/2/layout/IconLabelList"/>
    <dgm:cxn modelId="{71017811-4046-4E48-AE2F-020FD7E4D14C}" type="presParOf" srcId="{D263ADDC-F4AD-4F22-B461-72328D1377DE}" destId="{3AC2C4AD-2582-4CC1-B202-88258F934826}" srcOrd="1" destOrd="0" presId="urn:microsoft.com/office/officeart/2018/2/layout/IconLabelList"/>
    <dgm:cxn modelId="{CF60AFB8-6E32-4456-B29A-CEBD501094A2}" type="presParOf" srcId="{D263ADDC-F4AD-4F22-B461-72328D1377DE}" destId="{A70C3AD5-3917-43E8-A678-6F496B763EB9}" srcOrd="2" destOrd="0" presId="urn:microsoft.com/office/officeart/2018/2/layout/IconLabelList"/>
    <dgm:cxn modelId="{B6BF7C7C-6A3D-410C-BD8A-5487ED29D0C8}" type="presParOf" srcId="{A70C3AD5-3917-43E8-A678-6F496B763EB9}" destId="{B283DD58-1004-41CA-87D9-993CCC5FC518}" srcOrd="0" destOrd="0" presId="urn:microsoft.com/office/officeart/2018/2/layout/IconLabelList"/>
    <dgm:cxn modelId="{B0DA4F2E-9F5D-4C76-AF45-4FA0E9AF4D87}" type="presParOf" srcId="{A70C3AD5-3917-43E8-A678-6F496B763EB9}" destId="{D85CE78A-06F3-429A-BC1C-C4FA23B0AA39}" srcOrd="1" destOrd="0" presId="urn:microsoft.com/office/officeart/2018/2/layout/IconLabelList"/>
    <dgm:cxn modelId="{2F3DD6AC-AE26-43A5-8847-1EAFE6CA746B}" type="presParOf" srcId="{A70C3AD5-3917-43E8-A678-6F496B763EB9}" destId="{77FD11A5-FC57-46B9-B69E-98917E573D6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1A78706-E93F-4E29-B58C-37FDC85C5DF8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FAC359D-4F56-45D8-8D7C-3E6DB181A507}">
      <dgm:prSet/>
      <dgm:spPr/>
      <dgm:t>
        <a:bodyPr/>
        <a:lstStyle/>
        <a:p>
          <a:r>
            <a:rPr lang="en-US"/>
            <a:t>• Gestión de productos y stock</a:t>
          </a:r>
        </a:p>
      </dgm:t>
    </dgm:pt>
    <dgm:pt modelId="{B92A54BA-84E6-4F4A-9C78-B1F7C33FA95D}" type="parTrans" cxnId="{A7D8938D-BE9A-4F1E-9B7A-12DED97E6FA1}">
      <dgm:prSet/>
      <dgm:spPr/>
      <dgm:t>
        <a:bodyPr/>
        <a:lstStyle/>
        <a:p>
          <a:endParaRPr lang="en-US"/>
        </a:p>
      </dgm:t>
    </dgm:pt>
    <dgm:pt modelId="{140527BE-7F92-4194-A127-1DB709233100}" type="sibTrans" cxnId="{A7D8938D-BE9A-4F1E-9B7A-12DED97E6FA1}">
      <dgm:prSet/>
      <dgm:spPr/>
      <dgm:t>
        <a:bodyPr/>
        <a:lstStyle/>
        <a:p>
          <a:endParaRPr lang="en-US"/>
        </a:p>
      </dgm:t>
    </dgm:pt>
    <dgm:pt modelId="{AB558B76-8185-4FCC-90C3-6D669F47E387}">
      <dgm:prSet/>
      <dgm:spPr/>
      <dgm:t>
        <a:bodyPr/>
        <a:lstStyle/>
        <a:p>
          <a:r>
            <a:rPr lang="en-US"/>
            <a:t>• Registro de ventas</a:t>
          </a:r>
        </a:p>
      </dgm:t>
    </dgm:pt>
    <dgm:pt modelId="{E29681A9-F3FA-4206-B0A5-EBA80104F789}" type="parTrans" cxnId="{1EFA1E8F-0A40-4568-8872-0BBDDD987CC6}">
      <dgm:prSet/>
      <dgm:spPr/>
      <dgm:t>
        <a:bodyPr/>
        <a:lstStyle/>
        <a:p>
          <a:endParaRPr lang="en-US"/>
        </a:p>
      </dgm:t>
    </dgm:pt>
    <dgm:pt modelId="{983A9E86-32ED-45D4-8D3E-A0EC3BC98CFF}" type="sibTrans" cxnId="{1EFA1E8F-0A40-4568-8872-0BBDDD987CC6}">
      <dgm:prSet/>
      <dgm:spPr/>
      <dgm:t>
        <a:bodyPr/>
        <a:lstStyle/>
        <a:p>
          <a:endParaRPr lang="en-US"/>
        </a:p>
      </dgm:t>
    </dgm:pt>
    <dgm:pt modelId="{D416A60E-3B51-40E0-A970-BDE0D9374524}">
      <dgm:prSet/>
      <dgm:spPr/>
      <dgm:t>
        <a:bodyPr/>
        <a:lstStyle/>
        <a:p>
          <a:r>
            <a:rPr lang="en-US"/>
            <a:t>• Clientes fiados</a:t>
          </a:r>
        </a:p>
      </dgm:t>
    </dgm:pt>
    <dgm:pt modelId="{06B80C51-59E9-4F25-A61A-DB6201195DB0}" type="parTrans" cxnId="{E2200275-54E4-41EB-B3D4-944B890DE15B}">
      <dgm:prSet/>
      <dgm:spPr/>
      <dgm:t>
        <a:bodyPr/>
        <a:lstStyle/>
        <a:p>
          <a:endParaRPr lang="en-US"/>
        </a:p>
      </dgm:t>
    </dgm:pt>
    <dgm:pt modelId="{FB3B9745-FA71-47A4-A6B3-DBF0CCA06AEF}" type="sibTrans" cxnId="{E2200275-54E4-41EB-B3D4-944B890DE15B}">
      <dgm:prSet/>
      <dgm:spPr/>
      <dgm:t>
        <a:bodyPr/>
        <a:lstStyle/>
        <a:p>
          <a:endParaRPr lang="en-US"/>
        </a:p>
      </dgm:t>
    </dgm:pt>
    <dgm:pt modelId="{7BBD0898-8682-4FBB-988F-A4CAC47B087C}">
      <dgm:prSet/>
      <dgm:spPr/>
      <dgm:t>
        <a:bodyPr/>
        <a:lstStyle/>
        <a:p>
          <a:r>
            <a:rPr lang="en-US"/>
            <a:t>• Reportes básicos</a:t>
          </a:r>
        </a:p>
      </dgm:t>
    </dgm:pt>
    <dgm:pt modelId="{B851A517-9776-482F-AEF9-1E40CAE6C696}" type="parTrans" cxnId="{99B5DE86-FF08-4DE6-9A7E-EB17A50F60F1}">
      <dgm:prSet/>
      <dgm:spPr/>
      <dgm:t>
        <a:bodyPr/>
        <a:lstStyle/>
        <a:p>
          <a:endParaRPr lang="en-US"/>
        </a:p>
      </dgm:t>
    </dgm:pt>
    <dgm:pt modelId="{161EE992-AF5D-4E6F-87E5-81691C244C60}" type="sibTrans" cxnId="{99B5DE86-FF08-4DE6-9A7E-EB17A50F60F1}">
      <dgm:prSet/>
      <dgm:spPr/>
      <dgm:t>
        <a:bodyPr/>
        <a:lstStyle/>
        <a:p>
          <a:endParaRPr lang="en-US"/>
        </a:p>
      </dgm:t>
    </dgm:pt>
    <dgm:pt modelId="{15F5D17B-79E6-4F92-9DC3-17626C664C3B}">
      <dgm:prSet/>
      <dgm:spPr/>
      <dgm:t>
        <a:bodyPr/>
        <a:lstStyle/>
        <a:p>
          <a:r>
            <a:rPr lang="en-US"/>
            <a:t>El proyecto no contempla integración web ni pagos electrónicos.</a:t>
          </a:r>
        </a:p>
      </dgm:t>
    </dgm:pt>
    <dgm:pt modelId="{66EF0C65-035A-4A27-B259-6FAA9FF032B5}" type="parTrans" cxnId="{D7D607AE-9A58-4885-B8EF-D92783A15CD8}">
      <dgm:prSet/>
      <dgm:spPr/>
      <dgm:t>
        <a:bodyPr/>
        <a:lstStyle/>
        <a:p>
          <a:endParaRPr lang="en-US"/>
        </a:p>
      </dgm:t>
    </dgm:pt>
    <dgm:pt modelId="{6AD37459-063B-4EC5-8BF0-D6BB1132C337}" type="sibTrans" cxnId="{D7D607AE-9A58-4885-B8EF-D92783A15CD8}">
      <dgm:prSet/>
      <dgm:spPr/>
      <dgm:t>
        <a:bodyPr/>
        <a:lstStyle/>
        <a:p>
          <a:endParaRPr lang="en-US"/>
        </a:p>
      </dgm:t>
    </dgm:pt>
    <dgm:pt modelId="{9ADF7B06-B2E4-4D17-A065-73A11C0DF738}" type="pres">
      <dgm:prSet presAssocID="{01A78706-E93F-4E29-B58C-37FDC85C5DF8}" presName="root" presStyleCnt="0">
        <dgm:presLayoutVars>
          <dgm:dir/>
          <dgm:resizeHandles val="exact"/>
        </dgm:presLayoutVars>
      </dgm:prSet>
      <dgm:spPr/>
    </dgm:pt>
    <dgm:pt modelId="{6CD420AC-5D08-4FD4-8446-E49926E7E650}" type="pres">
      <dgm:prSet presAssocID="{6FAC359D-4F56-45D8-8D7C-3E6DB181A507}" presName="compNode" presStyleCnt="0"/>
      <dgm:spPr/>
    </dgm:pt>
    <dgm:pt modelId="{0DC34A2B-7872-4988-9A8A-3B98337BEAF6}" type="pres">
      <dgm:prSet presAssocID="{6FAC359D-4F56-45D8-8D7C-3E6DB181A50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2379289C-7A14-4371-BBB5-4FEFB2B585FA}" type="pres">
      <dgm:prSet presAssocID="{6FAC359D-4F56-45D8-8D7C-3E6DB181A507}" presName="spaceRect" presStyleCnt="0"/>
      <dgm:spPr/>
    </dgm:pt>
    <dgm:pt modelId="{3645BF32-92FE-428A-B84D-39ED04AC5532}" type="pres">
      <dgm:prSet presAssocID="{6FAC359D-4F56-45D8-8D7C-3E6DB181A507}" presName="textRect" presStyleLbl="revTx" presStyleIdx="0" presStyleCnt="5">
        <dgm:presLayoutVars>
          <dgm:chMax val="1"/>
          <dgm:chPref val="1"/>
        </dgm:presLayoutVars>
      </dgm:prSet>
      <dgm:spPr/>
    </dgm:pt>
    <dgm:pt modelId="{0E9DE7D8-E5A7-414E-A6A4-A5A107B5E5B9}" type="pres">
      <dgm:prSet presAssocID="{140527BE-7F92-4194-A127-1DB709233100}" presName="sibTrans" presStyleCnt="0"/>
      <dgm:spPr/>
    </dgm:pt>
    <dgm:pt modelId="{E54951E4-932D-48FC-A62F-E81CE5BD9C35}" type="pres">
      <dgm:prSet presAssocID="{AB558B76-8185-4FCC-90C3-6D669F47E387}" presName="compNode" presStyleCnt="0"/>
      <dgm:spPr/>
    </dgm:pt>
    <dgm:pt modelId="{7A065F8D-D7E7-4226-8D48-229F7D9C3AA1}" type="pres">
      <dgm:prSet presAssocID="{AB558B76-8185-4FCC-90C3-6D669F47E38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56581490-BF54-4D40-979B-F4883C58141D}" type="pres">
      <dgm:prSet presAssocID="{AB558B76-8185-4FCC-90C3-6D669F47E387}" presName="spaceRect" presStyleCnt="0"/>
      <dgm:spPr/>
    </dgm:pt>
    <dgm:pt modelId="{25A238DD-D985-4802-BFE6-ADEE61F9E707}" type="pres">
      <dgm:prSet presAssocID="{AB558B76-8185-4FCC-90C3-6D669F47E387}" presName="textRect" presStyleLbl="revTx" presStyleIdx="1" presStyleCnt="5">
        <dgm:presLayoutVars>
          <dgm:chMax val="1"/>
          <dgm:chPref val="1"/>
        </dgm:presLayoutVars>
      </dgm:prSet>
      <dgm:spPr/>
    </dgm:pt>
    <dgm:pt modelId="{50D678F7-82D4-4684-90DB-C69ED92C6981}" type="pres">
      <dgm:prSet presAssocID="{983A9E86-32ED-45D4-8D3E-A0EC3BC98CFF}" presName="sibTrans" presStyleCnt="0"/>
      <dgm:spPr/>
    </dgm:pt>
    <dgm:pt modelId="{E3AB6C66-B776-41C1-88E6-EDCC22E61812}" type="pres">
      <dgm:prSet presAssocID="{D416A60E-3B51-40E0-A970-BDE0D9374524}" presName="compNode" presStyleCnt="0"/>
      <dgm:spPr/>
    </dgm:pt>
    <dgm:pt modelId="{2AB0CC38-7FD6-442D-8120-4D0B0BDFC75C}" type="pres">
      <dgm:prSet presAssocID="{D416A60E-3B51-40E0-A970-BDE0D9374524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2E2D1D6B-4674-4866-9ED6-F108FB64D6BE}" type="pres">
      <dgm:prSet presAssocID="{D416A60E-3B51-40E0-A970-BDE0D9374524}" presName="spaceRect" presStyleCnt="0"/>
      <dgm:spPr/>
    </dgm:pt>
    <dgm:pt modelId="{EA627160-DCEA-410B-8D70-B5D069D254DD}" type="pres">
      <dgm:prSet presAssocID="{D416A60E-3B51-40E0-A970-BDE0D9374524}" presName="textRect" presStyleLbl="revTx" presStyleIdx="2" presStyleCnt="5">
        <dgm:presLayoutVars>
          <dgm:chMax val="1"/>
          <dgm:chPref val="1"/>
        </dgm:presLayoutVars>
      </dgm:prSet>
      <dgm:spPr/>
    </dgm:pt>
    <dgm:pt modelId="{AAE82880-1CC8-479F-BEF6-3F5F29F6E735}" type="pres">
      <dgm:prSet presAssocID="{FB3B9745-FA71-47A4-A6B3-DBF0CCA06AEF}" presName="sibTrans" presStyleCnt="0"/>
      <dgm:spPr/>
    </dgm:pt>
    <dgm:pt modelId="{A8726FBA-FFE2-4EEC-9278-38DC59299210}" type="pres">
      <dgm:prSet presAssocID="{7BBD0898-8682-4FBB-988F-A4CAC47B087C}" presName="compNode" presStyleCnt="0"/>
      <dgm:spPr/>
    </dgm:pt>
    <dgm:pt modelId="{386E69CF-F794-46F2-89F4-A85581D8FA54}" type="pres">
      <dgm:prSet presAssocID="{7BBD0898-8682-4FBB-988F-A4CAC47B087C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a"/>
        </a:ext>
      </dgm:extLst>
    </dgm:pt>
    <dgm:pt modelId="{6C592EA7-94C9-49AB-B1B1-C6EE34A558D9}" type="pres">
      <dgm:prSet presAssocID="{7BBD0898-8682-4FBB-988F-A4CAC47B087C}" presName="spaceRect" presStyleCnt="0"/>
      <dgm:spPr/>
    </dgm:pt>
    <dgm:pt modelId="{A2E86107-E60F-4D5C-B8F2-4569F71BE977}" type="pres">
      <dgm:prSet presAssocID="{7BBD0898-8682-4FBB-988F-A4CAC47B087C}" presName="textRect" presStyleLbl="revTx" presStyleIdx="3" presStyleCnt="5">
        <dgm:presLayoutVars>
          <dgm:chMax val="1"/>
          <dgm:chPref val="1"/>
        </dgm:presLayoutVars>
      </dgm:prSet>
      <dgm:spPr/>
    </dgm:pt>
    <dgm:pt modelId="{FD922B57-FC6B-42E1-BD3B-C407BBB099AF}" type="pres">
      <dgm:prSet presAssocID="{161EE992-AF5D-4E6F-87E5-81691C244C60}" presName="sibTrans" presStyleCnt="0"/>
      <dgm:spPr/>
    </dgm:pt>
    <dgm:pt modelId="{CF01A8BA-DD67-4E52-A436-363E389ECAAF}" type="pres">
      <dgm:prSet presAssocID="{15F5D17B-79E6-4F92-9DC3-17626C664C3B}" presName="compNode" presStyleCnt="0"/>
      <dgm:spPr/>
    </dgm:pt>
    <dgm:pt modelId="{82FBFC01-13C2-4728-9C03-16FF151F116D}" type="pres">
      <dgm:prSet presAssocID="{15F5D17B-79E6-4F92-9DC3-17626C664C3B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rtátil"/>
        </a:ext>
      </dgm:extLst>
    </dgm:pt>
    <dgm:pt modelId="{B0D3459A-E4D4-4331-BB15-72E5A37EC17B}" type="pres">
      <dgm:prSet presAssocID="{15F5D17B-79E6-4F92-9DC3-17626C664C3B}" presName="spaceRect" presStyleCnt="0"/>
      <dgm:spPr/>
    </dgm:pt>
    <dgm:pt modelId="{53F0458D-C1B3-4102-A8E9-43C78095935F}" type="pres">
      <dgm:prSet presAssocID="{15F5D17B-79E6-4F92-9DC3-17626C664C3B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2ECFDA2E-595A-4666-9D6E-BCF5A13B81E1}" type="presOf" srcId="{15F5D17B-79E6-4F92-9DC3-17626C664C3B}" destId="{53F0458D-C1B3-4102-A8E9-43C78095935F}" srcOrd="0" destOrd="0" presId="urn:microsoft.com/office/officeart/2018/2/layout/IconLabelList"/>
    <dgm:cxn modelId="{E2200275-54E4-41EB-B3D4-944B890DE15B}" srcId="{01A78706-E93F-4E29-B58C-37FDC85C5DF8}" destId="{D416A60E-3B51-40E0-A970-BDE0D9374524}" srcOrd="2" destOrd="0" parTransId="{06B80C51-59E9-4F25-A61A-DB6201195DB0}" sibTransId="{FB3B9745-FA71-47A4-A6B3-DBF0CCA06AEF}"/>
    <dgm:cxn modelId="{99B5DE86-FF08-4DE6-9A7E-EB17A50F60F1}" srcId="{01A78706-E93F-4E29-B58C-37FDC85C5DF8}" destId="{7BBD0898-8682-4FBB-988F-A4CAC47B087C}" srcOrd="3" destOrd="0" parTransId="{B851A517-9776-482F-AEF9-1E40CAE6C696}" sibTransId="{161EE992-AF5D-4E6F-87E5-81691C244C60}"/>
    <dgm:cxn modelId="{A7D8938D-BE9A-4F1E-9B7A-12DED97E6FA1}" srcId="{01A78706-E93F-4E29-B58C-37FDC85C5DF8}" destId="{6FAC359D-4F56-45D8-8D7C-3E6DB181A507}" srcOrd="0" destOrd="0" parTransId="{B92A54BA-84E6-4F4A-9C78-B1F7C33FA95D}" sibTransId="{140527BE-7F92-4194-A127-1DB709233100}"/>
    <dgm:cxn modelId="{1EFA1E8F-0A40-4568-8872-0BBDDD987CC6}" srcId="{01A78706-E93F-4E29-B58C-37FDC85C5DF8}" destId="{AB558B76-8185-4FCC-90C3-6D669F47E387}" srcOrd="1" destOrd="0" parTransId="{E29681A9-F3FA-4206-B0A5-EBA80104F789}" sibTransId="{983A9E86-32ED-45D4-8D3E-A0EC3BC98CFF}"/>
    <dgm:cxn modelId="{56E8A09A-E9A4-410B-9211-388F703EA451}" type="presOf" srcId="{7BBD0898-8682-4FBB-988F-A4CAC47B087C}" destId="{A2E86107-E60F-4D5C-B8F2-4569F71BE977}" srcOrd="0" destOrd="0" presId="urn:microsoft.com/office/officeart/2018/2/layout/IconLabelList"/>
    <dgm:cxn modelId="{E89851A8-8805-456B-A10F-5FDAFCF0F398}" type="presOf" srcId="{6FAC359D-4F56-45D8-8D7C-3E6DB181A507}" destId="{3645BF32-92FE-428A-B84D-39ED04AC5532}" srcOrd="0" destOrd="0" presId="urn:microsoft.com/office/officeart/2018/2/layout/IconLabelList"/>
    <dgm:cxn modelId="{D7D607AE-9A58-4885-B8EF-D92783A15CD8}" srcId="{01A78706-E93F-4E29-B58C-37FDC85C5DF8}" destId="{15F5D17B-79E6-4F92-9DC3-17626C664C3B}" srcOrd="4" destOrd="0" parTransId="{66EF0C65-035A-4A27-B259-6FAA9FF032B5}" sibTransId="{6AD37459-063B-4EC5-8BF0-D6BB1132C337}"/>
    <dgm:cxn modelId="{78C7EFDA-61E4-4022-968D-0D349EEC2FAD}" type="presOf" srcId="{AB558B76-8185-4FCC-90C3-6D669F47E387}" destId="{25A238DD-D985-4802-BFE6-ADEE61F9E707}" srcOrd="0" destOrd="0" presId="urn:microsoft.com/office/officeart/2018/2/layout/IconLabelList"/>
    <dgm:cxn modelId="{856923EF-B7F8-4655-97BB-1EB19E1BA434}" type="presOf" srcId="{D416A60E-3B51-40E0-A970-BDE0D9374524}" destId="{EA627160-DCEA-410B-8D70-B5D069D254DD}" srcOrd="0" destOrd="0" presId="urn:microsoft.com/office/officeart/2018/2/layout/IconLabelList"/>
    <dgm:cxn modelId="{D8E727F8-9A74-46BB-95EC-8699E45BC2D1}" type="presOf" srcId="{01A78706-E93F-4E29-B58C-37FDC85C5DF8}" destId="{9ADF7B06-B2E4-4D17-A065-73A11C0DF738}" srcOrd="0" destOrd="0" presId="urn:microsoft.com/office/officeart/2018/2/layout/IconLabelList"/>
    <dgm:cxn modelId="{9D9C52A0-2A40-4DFC-9CCF-128B1CDED685}" type="presParOf" srcId="{9ADF7B06-B2E4-4D17-A065-73A11C0DF738}" destId="{6CD420AC-5D08-4FD4-8446-E49926E7E650}" srcOrd="0" destOrd="0" presId="urn:microsoft.com/office/officeart/2018/2/layout/IconLabelList"/>
    <dgm:cxn modelId="{72A088CB-DEF3-49A2-96FB-EEEA9DECAD24}" type="presParOf" srcId="{6CD420AC-5D08-4FD4-8446-E49926E7E650}" destId="{0DC34A2B-7872-4988-9A8A-3B98337BEAF6}" srcOrd="0" destOrd="0" presId="urn:microsoft.com/office/officeart/2018/2/layout/IconLabelList"/>
    <dgm:cxn modelId="{DEBAD2C4-AE41-4EF9-8164-C71FEAC0CAE5}" type="presParOf" srcId="{6CD420AC-5D08-4FD4-8446-E49926E7E650}" destId="{2379289C-7A14-4371-BBB5-4FEFB2B585FA}" srcOrd="1" destOrd="0" presId="urn:microsoft.com/office/officeart/2018/2/layout/IconLabelList"/>
    <dgm:cxn modelId="{F216A8AE-484E-4443-87D0-1601C41C9B12}" type="presParOf" srcId="{6CD420AC-5D08-4FD4-8446-E49926E7E650}" destId="{3645BF32-92FE-428A-B84D-39ED04AC5532}" srcOrd="2" destOrd="0" presId="urn:microsoft.com/office/officeart/2018/2/layout/IconLabelList"/>
    <dgm:cxn modelId="{421FFD5B-F5B0-4D41-A785-5623A7DA3373}" type="presParOf" srcId="{9ADF7B06-B2E4-4D17-A065-73A11C0DF738}" destId="{0E9DE7D8-E5A7-414E-A6A4-A5A107B5E5B9}" srcOrd="1" destOrd="0" presId="urn:microsoft.com/office/officeart/2018/2/layout/IconLabelList"/>
    <dgm:cxn modelId="{3E6D7432-53BA-4AB3-B45D-6D6AC1F8094F}" type="presParOf" srcId="{9ADF7B06-B2E4-4D17-A065-73A11C0DF738}" destId="{E54951E4-932D-48FC-A62F-E81CE5BD9C35}" srcOrd="2" destOrd="0" presId="urn:microsoft.com/office/officeart/2018/2/layout/IconLabelList"/>
    <dgm:cxn modelId="{8EEEE1E1-AE87-4545-A663-82062C2FDEEC}" type="presParOf" srcId="{E54951E4-932D-48FC-A62F-E81CE5BD9C35}" destId="{7A065F8D-D7E7-4226-8D48-229F7D9C3AA1}" srcOrd="0" destOrd="0" presId="urn:microsoft.com/office/officeart/2018/2/layout/IconLabelList"/>
    <dgm:cxn modelId="{8AF46127-B063-4861-8369-55FC966F2AE9}" type="presParOf" srcId="{E54951E4-932D-48FC-A62F-E81CE5BD9C35}" destId="{56581490-BF54-4D40-979B-F4883C58141D}" srcOrd="1" destOrd="0" presId="urn:microsoft.com/office/officeart/2018/2/layout/IconLabelList"/>
    <dgm:cxn modelId="{808E3CDD-73B3-418B-A4F8-6D79BCD78EAB}" type="presParOf" srcId="{E54951E4-932D-48FC-A62F-E81CE5BD9C35}" destId="{25A238DD-D985-4802-BFE6-ADEE61F9E707}" srcOrd="2" destOrd="0" presId="urn:microsoft.com/office/officeart/2018/2/layout/IconLabelList"/>
    <dgm:cxn modelId="{E28F3780-E8B1-47C4-B3A9-95E45E35370B}" type="presParOf" srcId="{9ADF7B06-B2E4-4D17-A065-73A11C0DF738}" destId="{50D678F7-82D4-4684-90DB-C69ED92C6981}" srcOrd="3" destOrd="0" presId="urn:microsoft.com/office/officeart/2018/2/layout/IconLabelList"/>
    <dgm:cxn modelId="{B29FAA97-5F42-4CCA-8B27-6E08DE662F7C}" type="presParOf" srcId="{9ADF7B06-B2E4-4D17-A065-73A11C0DF738}" destId="{E3AB6C66-B776-41C1-88E6-EDCC22E61812}" srcOrd="4" destOrd="0" presId="urn:microsoft.com/office/officeart/2018/2/layout/IconLabelList"/>
    <dgm:cxn modelId="{4ABA9FCC-43E9-46A9-9508-CAA45D05602A}" type="presParOf" srcId="{E3AB6C66-B776-41C1-88E6-EDCC22E61812}" destId="{2AB0CC38-7FD6-442D-8120-4D0B0BDFC75C}" srcOrd="0" destOrd="0" presId="urn:microsoft.com/office/officeart/2018/2/layout/IconLabelList"/>
    <dgm:cxn modelId="{BA7B462B-8471-46F6-9916-27CC03247338}" type="presParOf" srcId="{E3AB6C66-B776-41C1-88E6-EDCC22E61812}" destId="{2E2D1D6B-4674-4866-9ED6-F108FB64D6BE}" srcOrd="1" destOrd="0" presId="urn:microsoft.com/office/officeart/2018/2/layout/IconLabelList"/>
    <dgm:cxn modelId="{60E82656-C9A1-45AF-BDDC-A0A02873B89E}" type="presParOf" srcId="{E3AB6C66-B776-41C1-88E6-EDCC22E61812}" destId="{EA627160-DCEA-410B-8D70-B5D069D254DD}" srcOrd="2" destOrd="0" presId="urn:microsoft.com/office/officeart/2018/2/layout/IconLabelList"/>
    <dgm:cxn modelId="{390059B6-8970-441D-9065-540B785E7BB3}" type="presParOf" srcId="{9ADF7B06-B2E4-4D17-A065-73A11C0DF738}" destId="{AAE82880-1CC8-479F-BEF6-3F5F29F6E735}" srcOrd="5" destOrd="0" presId="urn:microsoft.com/office/officeart/2018/2/layout/IconLabelList"/>
    <dgm:cxn modelId="{BBCBF38E-117F-492A-8449-A0F4E0106F51}" type="presParOf" srcId="{9ADF7B06-B2E4-4D17-A065-73A11C0DF738}" destId="{A8726FBA-FFE2-4EEC-9278-38DC59299210}" srcOrd="6" destOrd="0" presId="urn:microsoft.com/office/officeart/2018/2/layout/IconLabelList"/>
    <dgm:cxn modelId="{C0DC3328-B301-4C86-9AA8-0C9CCFD113FA}" type="presParOf" srcId="{A8726FBA-FFE2-4EEC-9278-38DC59299210}" destId="{386E69CF-F794-46F2-89F4-A85581D8FA54}" srcOrd="0" destOrd="0" presId="urn:microsoft.com/office/officeart/2018/2/layout/IconLabelList"/>
    <dgm:cxn modelId="{47483CFE-0D7B-457E-8B4A-DA32C13B4641}" type="presParOf" srcId="{A8726FBA-FFE2-4EEC-9278-38DC59299210}" destId="{6C592EA7-94C9-49AB-B1B1-C6EE34A558D9}" srcOrd="1" destOrd="0" presId="urn:microsoft.com/office/officeart/2018/2/layout/IconLabelList"/>
    <dgm:cxn modelId="{D72CBDE1-2E27-4BAF-B7B0-587617CE101F}" type="presParOf" srcId="{A8726FBA-FFE2-4EEC-9278-38DC59299210}" destId="{A2E86107-E60F-4D5C-B8F2-4569F71BE977}" srcOrd="2" destOrd="0" presId="urn:microsoft.com/office/officeart/2018/2/layout/IconLabelList"/>
    <dgm:cxn modelId="{B68C176D-07C1-4AFE-921E-CAEF298392FE}" type="presParOf" srcId="{9ADF7B06-B2E4-4D17-A065-73A11C0DF738}" destId="{FD922B57-FC6B-42E1-BD3B-C407BBB099AF}" srcOrd="7" destOrd="0" presId="urn:microsoft.com/office/officeart/2018/2/layout/IconLabelList"/>
    <dgm:cxn modelId="{108166EA-B7A1-434B-BBE0-0924350B12B2}" type="presParOf" srcId="{9ADF7B06-B2E4-4D17-A065-73A11C0DF738}" destId="{CF01A8BA-DD67-4E52-A436-363E389ECAAF}" srcOrd="8" destOrd="0" presId="urn:microsoft.com/office/officeart/2018/2/layout/IconLabelList"/>
    <dgm:cxn modelId="{F7803584-87E5-4F6E-A87B-C119E10CB869}" type="presParOf" srcId="{CF01A8BA-DD67-4E52-A436-363E389ECAAF}" destId="{82FBFC01-13C2-4728-9C03-16FF151F116D}" srcOrd="0" destOrd="0" presId="urn:microsoft.com/office/officeart/2018/2/layout/IconLabelList"/>
    <dgm:cxn modelId="{2A84E844-F195-4FA8-8CB0-9AC7DF5DF096}" type="presParOf" srcId="{CF01A8BA-DD67-4E52-A436-363E389ECAAF}" destId="{B0D3459A-E4D4-4331-BB15-72E5A37EC17B}" srcOrd="1" destOrd="0" presId="urn:microsoft.com/office/officeart/2018/2/layout/IconLabelList"/>
    <dgm:cxn modelId="{2247BACB-2404-4AA0-A29C-7A82AE990A03}" type="presParOf" srcId="{CF01A8BA-DD67-4E52-A436-363E389ECAAF}" destId="{53F0458D-C1B3-4102-A8E9-43C78095935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83C317EA-ACF8-4969-813B-ABFA4E556B7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E3258D19-5690-4371-83E4-46CB4FC89A8E}">
      <dgm:prSet/>
      <dgm:spPr/>
      <dgm:t>
        <a:bodyPr/>
        <a:lstStyle/>
        <a:p>
          <a:pPr>
            <a:defRPr cap="all"/>
          </a:pPr>
          <a:r>
            <a:rPr lang="en-US"/>
            <a:t>• Metodología Scrum</a:t>
          </a:r>
        </a:p>
      </dgm:t>
    </dgm:pt>
    <dgm:pt modelId="{6330AD30-80DB-4ADB-918C-F27007EECED3}" type="parTrans" cxnId="{5DE9E1FC-2B98-4FAB-AC7D-F32E5DCF1542}">
      <dgm:prSet/>
      <dgm:spPr/>
      <dgm:t>
        <a:bodyPr/>
        <a:lstStyle/>
        <a:p>
          <a:endParaRPr lang="en-US"/>
        </a:p>
      </dgm:t>
    </dgm:pt>
    <dgm:pt modelId="{9C10BD8C-158A-42B3-BD8C-32E07E8F972D}" type="sibTrans" cxnId="{5DE9E1FC-2B98-4FAB-AC7D-F32E5DCF1542}">
      <dgm:prSet/>
      <dgm:spPr/>
      <dgm:t>
        <a:bodyPr/>
        <a:lstStyle/>
        <a:p>
          <a:endParaRPr lang="en-US"/>
        </a:p>
      </dgm:t>
    </dgm:pt>
    <dgm:pt modelId="{F4D14EBD-45C0-40A8-9973-8CF65C02204E}">
      <dgm:prSet/>
      <dgm:spPr/>
      <dgm:t>
        <a:bodyPr/>
        <a:lstStyle/>
        <a:p>
          <a:pPr>
            <a:defRPr cap="all"/>
          </a:pPr>
          <a:r>
            <a:rPr lang="en-US"/>
            <a:t>• 2 Sprints</a:t>
          </a:r>
        </a:p>
      </dgm:t>
    </dgm:pt>
    <dgm:pt modelId="{C0746C99-BE60-4708-8808-464281D69AFB}" type="parTrans" cxnId="{E0AA02DB-E667-450A-9D9A-A342AB1EC800}">
      <dgm:prSet/>
      <dgm:spPr/>
      <dgm:t>
        <a:bodyPr/>
        <a:lstStyle/>
        <a:p>
          <a:endParaRPr lang="en-US"/>
        </a:p>
      </dgm:t>
    </dgm:pt>
    <dgm:pt modelId="{0C453CCC-A300-42C0-A272-CAEF6EC63FB2}" type="sibTrans" cxnId="{E0AA02DB-E667-450A-9D9A-A342AB1EC800}">
      <dgm:prSet/>
      <dgm:spPr/>
      <dgm:t>
        <a:bodyPr/>
        <a:lstStyle/>
        <a:p>
          <a:endParaRPr lang="en-US"/>
        </a:p>
      </dgm:t>
    </dgm:pt>
    <dgm:pt modelId="{3CFAFDAF-7061-4B6D-89F9-35A1994A7D2D}">
      <dgm:prSet/>
      <dgm:spPr/>
      <dgm:t>
        <a:bodyPr/>
        <a:lstStyle/>
        <a:p>
          <a:pPr>
            <a:defRPr cap="all"/>
          </a:pPr>
          <a:r>
            <a:rPr lang="en-US"/>
            <a:t>• Uso de Microsoft Teams y Planner</a:t>
          </a:r>
        </a:p>
      </dgm:t>
    </dgm:pt>
    <dgm:pt modelId="{6BF63684-B91C-4711-BA07-2830B71A4FFB}" type="parTrans" cxnId="{7816D3CF-985B-46C8-B244-964E25B7D336}">
      <dgm:prSet/>
      <dgm:spPr/>
      <dgm:t>
        <a:bodyPr/>
        <a:lstStyle/>
        <a:p>
          <a:endParaRPr lang="en-US"/>
        </a:p>
      </dgm:t>
    </dgm:pt>
    <dgm:pt modelId="{ACBF9B70-364F-40EB-AAF4-0296ABB947FB}" type="sibTrans" cxnId="{7816D3CF-985B-46C8-B244-964E25B7D336}">
      <dgm:prSet/>
      <dgm:spPr/>
      <dgm:t>
        <a:bodyPr/>
        <a:lstStyle/>
        <a:p>
          <a:endParaRPr lang="en-US"/>
        </a:p>
      </dgm:t>
    </dgm:pt>
    <dgm:pt modelId="{BC3C30CF-B225-4DD8-9505-7ED7FC2F317C}">
      <dgm:prSet/>
      <dgm:spPr/>
      <dgm:t>
        <a:bodyPr/>
        <a:lstStyle/>
        <a:p>
          <a:pPr>
            <a:defRPr cap="all"/>
          </a:pPr>
          <a:r>
            <a:rPr lang="en-US"/>
            <a:t>• Trabajo colaborativo</a:t>
          </a:r>
        </a:p>
      </dgm:t>
    </dgm:pt>
    <dgm:pt modelId="{3A4C7C39-4207-4D76-AEAC-A8D9EEC8E006}" type="parTrans" cxnId="{105C70DB-ACA9-4C32-9B08-64F38D35C9F1}">
      <dgm:prSet/>
      <dgm:spPr/>
      <dgm:t>
        <a:bodyPr/>
        <a:lstStyle/>
        <a:p>
          <a:endParaRPr lang="en-US"/>
        </a:p>
      </dgm:t>
    </dgm:pt>
    <dgm:pt modelId="{185F74BB-B1C4-4465-AC7F-0AA13649DBA9}" type="sibTrans" cxnId="{105C70DB-ACA9-4C32-9B08-64F38D35C9F1}">
      <dgm:prSet/>
      <dgm:spPr/>
      <dgm:t>
        <a:bodyPr/>
        <a:lstStyle/>
        <a:p>
          <a:endParaRPr lang="en-US"/>
        </a:p>
      </dgm:t>
    </dgm:pt>
    <dgm:pt modelId="{2C8275C2-6A1E-477A-BED7-34D0C9FD196F}" type="pres">
      <dgm:prSet presAssocID="{83C317EA-ACF8-4969-813B-ABFA4E556B75}" presName="root" presStyleCnt="0">
        <dgm:presLayoutVars>
          <dgm:dir/>
          <dgm:resizeHandles val="exact"/>
        </dgm:presLayoutVars>
      </dgm:prSet>
      <dgm:spPr/>
    </dgm:pt>
    <dgm:pt modelId="{3616F63E-C6DA-4DEA-83A7-9378BC26A2D4}" type="pres">
      <dgm:prSet presAssocID="{E3258D19-5690-4371-83E4-46CB4FC89A8E}" presName="compNode" presStyleCnt="0"/>
      <dgm:spPr/>
    </dgm:pt>
    <dgm:pt modelId="{97DDE3DD-ABB8-4E51-8872-211AD9018406}" type="pres">
      <dgm:prSet presAssocID="{E3258D19-5690-4371-83E4-46CB4FC89A8E}" presName="iconBgRect" presStyleLbl="bgShp" presStyleIdx="0" presStyleCnt="4"/>
      <dgm:spPr/>
    </dgm:pt>
    <dgm:pt modelId="{6795DB7B-59BB-482A-84EE-3ABE7B57470D}" type="pres">
      <dgm:prSet presAssocID="{E3258D19-5690-4371-83E4-46CB4FC89A8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s"/>
        </a:ext>
      </dgm:extLst>
    </dgm:pt>
    <dgm:pt modelId="{E75895B9-18E6-4012-BE08-644EC2E5FD82}" type="pres">
      <dgm:prSet presAssocID="{E3258D19-5690-4371-83E4-46CB4FC89A8E}" presName="spaceRect" presStyleCnt="0"/>
      <dgm:spPr/>
    </dgm:pt>
    <dgm:pt modelId="{DCD9D1B2-4706-423D-85D0-6D700E44DD17}" type="pres">
      <dgm:prSet presAssocID="{E3258D19-5690-4371-83E4-46CB4FC89A8E}" presName="textRect" presStyleLbl="revTx" presStyleIdx="0" presStyleCnt="4">
        <dgm:presLayoutVars>
          <dgm:chMax val="1"/>
          <dgm:chPref val="1"/>
        </dgm:presLayoutVars>
      </dgm:prSet>
      <dgm:spPr/>
    </dgm:pt>
    <dgm:pt modelId="{811A27A5-E75C-4393-8EE2-608789D61F87}" type="pres">
      <dgm:prSet presAssocID="{9C10BD8C-158A-42B3-BD8C-32E07E8F972D}" presName="sibTrans" presStyleCnt="0"/>
      <dgm:spPr/>
    </dgm:pt>
    <dgm:pt modelId="{24DADB36-0E56-43A8-8153-739D9F074FD4}" type="pres">
      <dgm:prSet presAssocID="{F4D14EBD-45C0-40A8-9973-8CF65C02204E}" presName="compNode" presStyleCnt="0"/>
      <dgm:spPr/>
    </dgm:pt>
    <dgm:pt modelId="{B36B5CFE-ED52-46C1-9D18-34E181C6AFFC}" type="pres">
      <dgm:prSet presAssocID="{F4D14EBD-45C0-40A8-9973-8CF65C02204E}" presName="iconBgRect" presStyleLbl="bgShp" presStyleIdx="1" presStyleCnt="4"/>
      <dgm:spPr/>
    </dgm:pt>
    <dgm:pt modelId="{370B241D-7601-442D-9460-99A3B7C620B2}" type="pres">
      <dgm:prSet presAssocID="{F4D14EBD-45C0-40A8-9973-8CF65C02204E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jecutar"/>
        </a:ext>
      </dgm:extLst>
    </dgm:pt>
    <dgm:pt modelId="{4D3C5F7A-D191-4C7F-9C98-5766C9F3D3CC}" type="pres">
      <dgm:prSet presAssocID="{F4D14EBD-45C0-40A8-9973-8CF65C02204E}" presName="spaceRect" presStyleCnt="0"/>
      <dgm:spPr/>
    </dgm:pt>
    <dgm:pt modelId="{DC2B9BCF-245A-4921-8E1B-4461D7CBB596}" type="pres">
      <dgm:prSet presAssocID="{F4D14EBD-45C0-40A8-9973-8CF65C02204E}" presName="textRect" presStyleLbl="revTx" presStyleIdx="1" presStyleCnt="4">
        <dgm:presLayoutVars>
          <dgm:chMax val="1"/>
          <dgm:chPref val="1"/>
        </dgm:presLayoutVars>
      </dgm:prSet>
      <dgm:spPr/>
    </dgm:pt>
    <dgm:pt modelId="{6A3DF91B-72FA-44E5-A23F-3220B24FA56E}" type="pres">
      <dgm:prSet presAssocID="{0C453CCC-A300-42C0-A272-CAEF6EC63FB2}" presName="sibTrans" presStyleCnt="0"/>
      <dgm:spPr/>
    </dgm:pt>
    <dgm:pt modelId="{E6423176-C87B-4EF0-AF61-33FFAF5408C5}" type="pres">
      <dgm:prSet presAssocID="{3CFAFDAF-7061-4B6D-89F9-35A1994A7D2D}" presName="compNode" presStyleCnt="0"/>
      <dgm:spPr/>
    </dgm:pt>
    <dgm:pt modelId="{A2B7DE6F-8EDA-484D-B8D5-1EECBFC5C059}" type="pres">
      <dgm:prSet presAssocID="{3CFAFDAF-7061-4B6D-89F9-35A1994A7D2D}" presName="iconBgRect" presStyleLbl="bgShp" presStyleIdx="2" presStyleCnt="4"/>
      <dgm:spPr/>
    </dgm:pt>
    <dgm:pt modelId="{36E3CA58-3826-408F-8A9F-1BD8E6F34595}" type="pres">
      <dgm:prSet presAssocID="{3CFAFDAF-7061-4B6D-89F9-35A1994A7D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uario"/>
        </a:ext>
      </dgm:extLst>
    </dgm:pt>
    <dgm:pt modelId="{C895C579-2527-481D-8976-9831A67B10F2}" type="pres">
      <dgm:prSet presAssocID="{3CFAFDAF-7061-4B6D-89F9-35A1994A7D2D}" presName="spaceRect" presStyleCnt="0"/>
      <dgm:spPr/>
    </dgm:pt>
    <dgm:pt modelId="{F5F543B6-924D-4DD6-B4E8-08908F3559AD}" type="pres">
      <dgm:prSet presAssocID="{3CFAFDAF-7061-4B6D-89F9-35A1994A7D2D}" presName="textRect" presStyleLbl="revTx" presStyleIdx="2" presStyleCnt="4">
        <dgm:presLayoutVars>
          <dgm:chMax val="1"/>
          <dgm:chPref val="1"/>
        </dgm:presLayoutVars>
      </dgm:prSet>
      <dgm:spPr/>
    </dgm:pt>
    <dgm:pt modelId="{32EFEBB7-3E07-459B-95AA-FDADCD0D3B30}" type="pres">
      <dgm:prSet presAssocID="{ACBF9B70-364F-40EB-AAF4-0296ABB947FB}" presName="sibTrans" presStyleCnt="0"/>
      <dgm:spPr/>
    </dgm:pt>
    <dgm:pt modelId="{57D6FC41-88BB-4C9F-85EA-3C63BAAC7620}" type="pres">
      <dgm:prSet presAssocID="{BC3C30CF-B225-4DD8-9505-7ED7FC2F317C}" presName="compNode" presStyleCnt="0"/>
      <dgm:spPr/>
    </dgm:pt>
    <dgm:pt modelId="{B5D08DC7-C01A-41BE-AB05-800A01E85E89}" type="pres">
      <dgm:prSet presAssocID="{BC3C30CF-B225-4DD8-9505-7ED7FC2F317C}" presName="iconBgRect" presStyleLbl="bgShp" presStyleIdx="3" presStyleCnt="4"/>
      <dgm:spPr/>
    </dgm:pt>
    <dgm:pt modelId="{E0D87EA5-CAF6-42DF-B6EB-ECF3AB275A0D}" type="pres">
      <dgm:prSet presAssocID="{BC3C30CF-B225-4DD8-9505-7ED7FC2F317C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upo"/>
        </a:ext>
      </dgm:extLst>
    </dgm:pt>
    <dgm:pt modelId="{08B542B9-CD26-4249-9000-FFBF41C49AF6}" type="pres">
      <dgm:prSet presAssocID="{BC3C30CF-B225-4DD8-9505-7ED7FC2F317C}" presName="spaceRect" presStyleCnt="0"/>
      <dgm:spPr/>
    </dgm:pt>
    <dgm:pt modelId="{215A7425-3C64-40EB-8A7F-F0BBBD405459}" type="pres">
      <dgm:prSet presAssocID="{BC3C30CF-B225-4DD8-9505-7ED7FC2F317C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D64D221C-FB14-4DD7-8924-98C5DCC61983}" type="presOf" srcId="{83C317EA-ACF8-4969-813B-ABFA4E556B75}" destId="{2C8275C2-6A1E-477A-BED7-34D0C9FD196F}" srcOrd="0" destOrd="0" presId="urn:microsoft.com/office/officeart/2018/5/layout/IconCircleLabelList"/>
    <dgm:cxn modelId="{CAA4CC46-A2CD-498D-AA57-7F0174565FC5}" type="presOf" srcId="{F4D14EBD-45C0-40A8-9973-8CF65C02204E}" destId="{DC2B9BCF-245A-4921-8E1B-4461D7CBB596}" srcOrd="0" destOrd="0" presId="urn:microsoft.com/office/officeart/2018/5/layout/IconCircleLabelList"/>
    <dgm:cxn modelId="{B378E983-7DCA-45A7-A28E-8D873ADE7FC2}" type="presOf" srcId="{3CFAFDAF-7061-4B6D-89F9-35A1994A7D2D}" destId="{F5F543B6-924D-4DD6-B4E8-08908F3559AD}" srcOrd="0" destOrd="0" presId="urn:microsoft.com/office/officeart/2018/5/layout/IconCircleLabelList"/>
    <dgm:cxn modelId="{695661A1-14B2-4C29-99D1-BE5E13158E32}" type="presOf" srcId="{BC3C30CF-B225-4DD8-9505-7ED7FC2F317C}" destId="{215A7425-3C64-40EB-8A7F-F0BBBD405459}" srcOrd="0" destOrd="0" presId="urn:microsoft.com/office/officeart/2018/5/layout/IconCircleLabelList"/>
    <dgm:cxn modelId="{7816D3CF-985B-46C8-B244-964E25B7D336}" srcId="{83C317EA-ACF8-4969-813B-ABFA4E556B75}" destId="{3CFAFDAF-7061-4B6D-89F9-35A1994A7D2D}" srcOrd="2" destOrd="0" parTransId="{6BF63684-B91C-4711-BA07-2830B71A4FFB}" sibTransId="{ACBF9B70-364F-40EB-AAF4-0296ABB947FB}"/>
    <dgm:cxn modelId="{7CF5E3D6-8E88-48E9-9805-AC148A591AEA}" type="presOf" srcId="{E3258D19-5690-4371-83E4-46CB4FC89A8E}" destId="{DCD9D1B2-4706-423D-85D0-6D700E44DD17}" srcOrd="0" destOrd="0" presId="urn:microsoft.com/office/officeart/2018/5/layout/IconCircleLabelList"/>
    <dgm:cxn modelId="{E0AA02DB-E667-450A-9D9A-A342AB1EC800}" srcId="{83C317EA-ACF8-4969-813B-ABFA4E556B75}" destId="{F4D14EBD-45C0-40A8-9973-8CF65C02204E}" srcOrd="1" destOrd="0" parTransId="{C0746C99-BE60-4708-8808-464281D69AFB}" sibTransId="{0C453CCC-A300-42C0-A272-CAEF6EC63FB2}"/>
    <dgm:cxn modelId="{105C70DB-ACA9-4C32-9B08-64F38D35C9F1}" srcId="{83C317EA-ACF8-4969-813B-ABFA4E556B75}" destId="{BC3C30CF-B225-4DD8-9505-7ED7FC2F317C}" srcOrd="3" destOrd="0" parTransId="{3A4C7C39-4207-4D76-AEAC-A8D9EEC8E006}" sibTransId="{185F74BB-B1C4-4465-AC7F-0AA13649DBA9}"/>
    <dgm:cxn modelId="{5DE9E1FC-2B98-4FAB-AC7D-F32E5DCF1542}" srcId="{83C317EA-ACF8-4969-813B-ABFA4E556B75}" destId="{E3258D19-5690-4371-83E4-46CB4FC89A8E}" srcOrd="0" destOrd="0" parTransId="{6330AD30-80DB-4ADB-918C-F27007EECED3}" sibTransId="{9C10BD8C-158A-42B3-BD8C-32E07E8F972D}"/>
    <dgm:cxn modelId="{7A8BC6E1-3849-4479-82FD-4328FF99DD41}" type="presParOf" srcId="{2C8275C2-6A1E-477A-BED7-34D0C9FD196F}" destId="{3616F63E-C6DA-4DEA-83A7-9378BC26A2D4}" srcOrd="0" destOrd="0" presId="urn:microsoft.com/office/officeart/2018/5/layout/IconCircleLabelList"/>
    <dgm:cxn modelId="{CC5393AC-42DC-4592-93BD-4125136A5555}" type="presParOf" srcId="{3616F63E-C6DA-4DEA-83A7-9378BC26A2D4}" destId="{97DDE3DD-ABB8-4E51-8872-211AD9018406}" srcOrd="0" destOrd="0" presId="urn:microsoft.com/office/officeart/2018/5/layout/IconCircleLabelList"/>
    <dgm:cxn modelId="{FCA07FAE-F9F2-48F7-B4E6-6DB041355885}" type="presParOf" srcId="{3616F63E-C6DA-4DEA-83A7-9378BC26A2D4}" destId="{6795DB7B-59BB-482A-84EE-3ABE7B57470D}" srcOrd="1" destOrd="0" presId="urn:microsoft.com/office/officeart/2018/5/layout/IconCircleLabelList"/>
    <dgm:cxn modelId="{B7A7B297-3AC8-41FD-928F-883ECA78835B}" type="presParOf" srcId="{3616F63E-C6DA-4DEA-83A7-9378BC26A2D4}" destId="{E75895B9-18E6-4012-BE08-644EC2E5FD82}" srcOrd="2" destOrd="0" presId="urn:microsoft.com/office/officeart/2018/5/layout/IconCircleLabelList"/>
    <dgm:cxn modelId="{229BABFD-1EDA-42D9-A638-F3078F625673}" type="presParOf" srcId="{3616F63E-C6DA-4DEA-83A7-9378BC26A2D4}" destId="{DCD9D1B2-4706-423D-85D0-6D700E44DD17}" srcOrd="3" destOrd="0" presId="urn:microsoft.com/office/officeart/2018/5/layout/IconCircleLabelList"/>
    <dgm:cxn modelId="{7F4C260D-72C3-4397-8105-2C90CF7904F8}" type="presParOf" srcId="{2C8275C2-6A1E-477A-BED7-34D0C9FD196F}" destId="{811A27A5-E75C-4393-8EE2-608789D61F87}" srcOrd="1" destOrd="0" presId="urn:microsoft.com/office/officeart/2018/5/layout/IconCircleLabelList"/>
    <dgm:cxn modelId="{F2185BA2-8F40-4B21-9910-C1F31C394C01}" type="presParOf" srcId="{2C8275C2-6A1E-477A-BED7-34D0C9FD196F}" destId="{24DADB36-0E56-43A8-8153-739D9F074FD4}" srcOrd="2" destOrd="0" presId="urn:microsoft.com/office/officeart/2018/5/layout/IconCircleLabelList"/>
    <dgm:cxn modelId="{7C09D5BE-379A-41E5-B57D-D605144E8471}" type="presParOf" srcId="{24DADB36-0E56-43A8-8153-739D9F074FD4}" destId="{B36B5CFE-ED52-46C1-9D18-34E181C6AFFC}" srcOrd="0" destOrd="0" presId="urn:microsoft.com/office/officeart/2018/5/layout/IconCircleLabelList"/>
    <dgm:cxn modelId="{4C4806D5-26B4-4E1C-B30F-480E96164B48}" type="presParOf" srcId="{24DADB36-0E56-43A8-8153-739D9F074FD4}" destId="{370B241D-7601-442D-9460-99A3B7C620B2}" srcOrd="1" destOrd="0" presId="urn:microsoft.com/office/officeart/2018/5/layout/IconCircleLabelList"/>
    <dgm:cxn modelId="{1F53201D-C8F7-4E60-BCB1-AD35652B807E}" type="presParOf" srcId="{24DADB36-0E56-43A8-8153-739D9F074FD4}" destId="{4D3C5F7A-D191-4C7F-9C98-5766C9F3D3CC}" srcOrd="2" destOrd="0" presId="urn:microsoft.com/office/officeart/2018/5/layout/IconCircleLabelList"/>
    <dgm:cxn modelId="{827936E5-E63B-40CC-A6E4-90D1D6A6A890}" type="presParOf" srcId="{24DADB36-0E56-43A8-8153-739D9F074FD4}" destId="{DC2B9BCF-245A-4921-8E1B-4461D7CBB596}" srcOrd="3" destOrd="0" presId="urn:microsoft.com/office/officeart/2018/5/layout/IconCircleLabelList"/>
    <dgm:cxn modelId="{37FEC5B9-228D-4BA1-AA26-2A72DA06F73A}" type="presParOf" srcId="{2C8275C2-6A1E-477A-BED7-34D0C9FD196F}" destId="{6A3DF91B-72FA-44E5-A23F-3220B24FA56E}" srcOrd="3" destOrd="0" presId="urn:microsoft.com/office/officeart/2018/5/layout/IconCircleLabelList"/>
    <dgm:cxn modelId="{07F8EEF2-147E-4250-938D-B55573722A95}" type="presParOf" srcId="{2C8275C2-6A1E-477A-BED7-34D0C9FD196F}" destId="{E6423176-C87B-4EF0-AF61-33FFAF5408C5}" srcOrd="4" destOrd="0" presId="urn:microsoft.com/office/officeart/2018/5/layout/IconCircleLabelList"/>
    <dgm:cxn modelId="{565B0211-FBEA-40E7-99C5-E1D978B01FD2}" type="presParOf" srcId="{E6423176-C87B-4EF0-AF61-33FFAF5408C5}" destId="{A2B7DE6F-8EDA-484D-B8D5-1EECBFC5C059}" srcOrd="0" destOrd="0" presId="urn:microsoft.com/office/officeart/2018/5/layout/IconCircleLabelList"/>
    <dgm:cxn modelId="{3487ABD3-AC07-4055-899E-06AAA27527D2}" type="presParOf" srcId="{E6423176-C87B-4EF0-AF61-33FFAF5408C5}" destId="{36E3CA58-3826-408F-8A9F-1BD8E6F34595}" srcOrd="1" destOrd="0" presId="urn:microsoft.com/office/officeart/2018/5/layout/IconCircleLabelList"/>
    <dgm:cxn modelId="{52364E39-39C1-4545-865A-4D0FA1FB0CD1}" type="presParOf" srcId="{E6423176-C87B-4EF0-AF61-33FFAF5408C5}" destId="{C895C579-2527-481D-8976-9831A67B10F2}" srcOrd="2" destOrd="0" presId="urn:microsoft.com/office/officeart/2018/5/layout/IconCircleLabelList"/>
    <dgm:cxn modelId="{C7010817-7E3D-462F-886B-3AA9EB8E4344}" type="presParOf" srcId="{E6423176-C87B-4EF0-AF61-33FFAF5408C5}" destId="{F5F543B6-924D-4DD6-B4E8-08908F3559AD}" srcOrd="3" destOrd="0" presId="urn:microsoft.com/office/officeart/2018/5/layout/IconCircleLabelList"/>
    <dgm:cxn modelId="{7B313AE4-D612-4600-B730-A5632EAC8E16}" type="presParOf" srcId="{2C8275C2-6A1E-477A-BED7-34D0C9FD196F}" destId="{32EFEBB7-3E07-459B-95AA-FDADCD0D3B30}" srcOrd="5" destOrd="0" presId="urn:microsoft.com/office/officeart/2018/5/layout/IconCircleLabelList"/>
    <dgm:cxn modelId="{42309766-2EE0-4737-8BBC-BA7A3D4AC28C}" type="presParOf" srcId="{2C8275C2-6A1E-477A-BED7-34D0C9FD196F}" destId="{57D6FC41-88BB-4C9F-85EA-3C63BAAC7620}" srcOrd="6" destOrd="0" presId="urn:microsoft.com/office/officeart/2018/5/layout/IconCircleLabelList"/>
    <dgm:cxn modelId="{5F105E24-09DB-48E6-B283-BFE8F8D3A631}" type="presParOf" srcId="{57D6FC41-88BB-4C9F-85EA-3C63BAAC7620}" destId="{B5D08DC7-C01A-41BE-AB05-800A01E85E89}" srcOrd="0" destOrd="0" presId="urn:microsoft.com/office/officeart/2018/5/layout/IconCircleLabelList"/>
    <dgm:cxn modelId="{F1C0ADCA-C793-43B1-8498-162D4B199DDB}" type="presParOf" srcId="{57D6FC41-88BB-4C9F-85EA-3C63BAAC7620}" destId="{E0D87EA5-CAF6-42DF-B6EB-ECF3AB275A0D}" srcOrd="1" destOrd="0" presId="urn:microsoft.com/office/officeart/2018/5/layout/IconCircleLabelList"/>
    <dgm:cxn modelId="{92D7317C-9BFA-4D3E-BFF4-E9D022C4DBF3}" type="presParOf" srcId="{57D6FC41-88BB-4C9F-85EA-3C63BAAC7620}" destId="{08B542B9-CD26-4249-9000-FFBF41C49AF6}" srcOrd="2" destOrd="0" presId="urn:microsoft.com/office/officeart/2018/5/layout/IconCircleLabelList"/>
    <dgm:cxn modelId="{8F66594F-4E78-4978-B29A-62E3E4F70BDC}" type="presParOf" srcId="{57D6FC41-88BB-4C9F-85EA-3C63BAAC7620}" destId="{215A7425-3C64-40EB-8A7F-F0BBBD40545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AD282646-B4A5-4A62-90CE-A480E1BB29E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A474765C-65BD-486E-B14B-CB60DE7C6A5F}">
      <dgm:prSet/>
      <dgm:spPr/>
      <dgm:t>
        <a:bodyPr/>
        <a:lstStyle/>
        <a:p>
          <a:r>
            <a:rPr lang="en-US"/>
            <a:t>• Definición del alcance</a:t>
          </a:r>
        </a:p>
      </dgm:t>
    </dgm:pt>
    <dgm:pt modelId="{C4D7EB5E-11DF-4BE5-8B1F-3BA481250739}" type="parTrans" cxnId="{4F174201-A79E-4ED1-BDB5-3D3B464A60A1}">
      <dgm:prSet/>
      <dgm:spPr/>
      <dgm:t>
        <a:bodyPr/>
        <a:lstStyle/>
        <a:p>
          <a:endParaRPr lang="en-US"/>
        </a:p>
      </dgm:t>
    </dgm:pt>
    <dgm:pt modelId="{752A6B41-9C9C-4C43-A471-270534DF39B3}" type="sibTrans" cxnId="{4F174201-A79E-4ED1-BDB5-3D3B464A60A1}">
      <dgm:prSet/>
      <dgm:spPr/>
      <dgm:t>
        <a:bodyPr/>
        <a:lstStyle/>
        <a:p>
          <a:endParaRPr lang="en-US"/>
        </a:p>
      </dgm:t>
    </dgm:pt>
    <dgm:pt modelId="{F15E55D2-1060-4229-9563-C57FACE13C1F}">
      <dgm:prSet/>
      <dgm:spPr/>
      <dgm:t>
        <a:bodyPr/>
        <a:lstStyle/>
        <a:p>
          <a:r>
            <a:rPr lang="en-US"/>
            <a:t>• Levantamiento de requerimientos</a:t>
          </a:r>
        </a:p>
      </dgm:t>
    </dgm:pt>
    <dgm:pt modelId="{EF848DF5-6252-4177-8A09-07058FFA850F}" type="parTrans" cxnId="{61A8B1F7-E7C5-4F83-A42C-D47091AFEB05}">
      <dgm:prSet/>
      <dgm:spPr/>
      <dgm:t>
        <a:bodyPr/>
        <a:lstStyle/>
        <a:p>
          <a:endParaRPr lang="en-US"/>
        </a:p>
      </dgm:t>
    </dgm:pt>
    <dgm:pt modelId="{1D0CCF05-7C72-4937-AEC4-8A3CA8F87105}" type="sibTrans" cxnId="{61A8B1F7-E7C5-4F83-A42C-D47091AFEB05}">
      <dgm:prSet/>
      <dgm:spPr/>
      <dgm:t>
        <a:bodyPr/>
        <a:lstStyle/>
        <a:p>
          <a:endParaRPr lang="en-US"/>
        </a:p>
      </dgm:t>
    </dgm:pt>
    <dgm:pt modelId="{663C47B4-A2CA-4D07-A9D7-456A4F785E2D}">
      <dgm:prSet/>
      <dgm:spPr/>
      <dgm:t>
        <a:bodyPr/>
        <a:lstStyle/>
        <a:p>
          <a:r>
            <a:rPr lang="en-US"/>
            <a:t>• Diseño inicial de la solución</a:t>
          </a:r>
        </a:p>
      </dgm:t>
    </dgm:pt>
    <dgm:pt modelId="{A8801CBA-4487-4DAF-B4CA-F392993AF3A4}" type="parTrans" cxnId="{5CF6533F-9921-4CB4-90C0-BE08A45B481A}">
      <dgm:prSet/>
      <dgm:spPr/>
      <dgm:t>
        <a:bodyPr/>
        <a:lstStyle/>
        <a:p>
          <a:endParaRPr lang="en-US"/>
        </a:p>
      </dgm:t>
    </dgm:pt>
    <dgm:pt modelId="{C08E1B9E-0AE6-441B-9E1F-81AFFAC89993}" type="sibTrans" cxnId="{5CF6533F-9921-4CB4-90C0-BE08A45B481A}">
      <dgm:prSet/>
      <dgm:spPr/>
      <dgm:t>
        <a:bodyPr/>
        <a:lstStyle/>
        <a:p>
          <a:endParaRPr lang="en-US"/>
        </a:p>
      </dgm:t>
    </dgm:pt>
    <dgm:pt modelId="{F2FC8250-C233-424C-B80D-087CDD306CAA}">
      <dgm:prSet/>
      <dgm:spPr/>
      <dgm:t>
        <a:bodyPr/>
        <a:lstStyle/>
        <a:p>
          <a:r>
            <a:rPr lang="en-US"/>
            <a:t>• Planificación por sprints</a:t>
          </a:r>
        </a:p>
      </dgm:t>
    </dgm:pt>
    <dgm:pt modelId="{6497A218-30E2-49FF-9AD2-67A41F651273}" type="parTrans" cxnId="{6F33422D-BC73-42E3-805B-2F7BDC46D438}">
      <dgm:prSet/>
      <dgm:spPr/>
      <dgm:t>
        <a:bodyPr/>
        <a:lstStyle/>
        <a:p>
          <a:endParaRPr lang="en-US"/>
        </a:p>
      </dgm:t>
    </dgm:pt>
    <dgm:pt modelId="{18939539-94DC-48BC-8843-EC3E08492299}" type="sibTrans" cxnId="{6F33422D-BC73-42E3-805B-2F7BDC46D438}">
      <dgm:prSet/>
      <dgm:spPr/>
      <dgm:t>
        <a:bodyPr/>
        <a:lstStyle/>
        <a:p>
          <a:endParaRPr lang="en-US"/>
        </a:p>
      </dgm:t>
    </dgm:pt>
    <dgm:pt modelId="{B64DFD1E-2A26-46F7-9E1D-87E0D38CB6F7}" type="pres">
      <dgm:prSet presAssocID="{AD282646-B4A5-4A62-90CE-A480E1BB29EC}" presName="root" presStyleCnt="0">
        <dgm:presLayoutVars>
          <dgm:dir/>
          <dgm:resizeHandles val="exact"/>
        </dgm:presLayoutVars>
      </dgm:prSet>
      <dgm:spPr/>
    </dgm:pt>
    <dgm:pt modelId="{4E9FFFFE-B10A-4F0A-8F33-584D599F605C}" type="pres">
      <dgm:prSet presAssocID="{A474765C-65BD-486E-B14B-CB60DE7C6A5F}" presName="compNode" presStyleCnt="0"/>
      <dgm:spPr/>
    </dgm:pt>
    <dgm:pt modelId="{753A7930-7A5E-4D8C-8859-205EA00DA036}" type="pres">
      <dgm:prSet presAssocID="{A474765C-65BD-486E-B14B-CB60DE7C6A5F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ana"/>
        </a:ext>
      </dgm:extLst>
    </dgm:pt>
    <dgm:pt modelId="{1AA2BB23-933C-4C79-AE6D-453F57C50B8D}" type="pres">
      <dgm:prSet presAssocID="{A474765C-65BD-486E-B14B-CB60DE7C6A5F}" presName="spaceRect" presStyleCnt="0"/>
      <dgm:spPr/>
    </dgm:pt>
    <dgm:pt modelId="{78EFF7CA-B013-4717-B315-D61E6F16EBAC}" type="pres">
      <dgm:prSet presAssocID="{A474765C-65BD-486E-B14B-CB60DE7C6A5F}" presName="textRect" presStyleLbl="revTx" presStyleIdx="0" presStyleCnt="4">
        <dgm:presLayoutVars>
          <dgm:chMax val="1"/>
          <dgm:chPref val="1"/>
        </dgm:presLayoutVars>
      </dgm:prSet>
      <dgm:spPr/>
    </dgm:pt>
    <dgm:pt modelId="{3FD7445A-1BEA-46D6-B824-AB62D020EFFD}" type="pres">
      <dgm:prSet presAssocID="{752A6B41-9C9C-4C43-A471-270534DF39B3}" presName="sibTrans" presStyleCnt="0"/>
      <dgm:spPr/>
    </dgm:pt>
    <dgm:pt modelId="{9C8A082F-9679-47D7-8734-2B4394408224}" type="pres">
      <dgm:prSet presAssocID="{F15E55D2-1060-4229-9563-C57FACE13C1F}" presName="compNode" presStyleCnt="0"/>
      <dgm:spPr/>
    </dgm:pt>
    <dgm:pt modelId="{1A9630B2-3D37-463F-AD86-778AD441B74E}" type="pres">
      <dgm:prSet presAssocID="{F15E55D2-1060-4229-9563-C57FACE13C1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uego"/>
        </a:ext>
      </dgm:extLst>
    </dgm:pt>
    <dgm:pt modelId="{67C94B94-B2FF-4260-9C0D-9ED885BACD8F}" type="pres">
      <dgm:prSet presAssocID="{F15E55D2-1060-4229-9563-C57FACE13C1F}" presName="spaceRect" presStyleCnt="0"/>
      <dgm:spPr/>
    </dgm:pt>
    <dgm:pt modelId="{7D6E4499-A548-4DE9-B38E-F9428CC87E4F}" type="pres">
      <dgm:prSet presAssocID="{F15E55D2-1060-4229-9563-C57FACE13C1F}" presName="textRect" presStyleLbl="revTx" presStyleIdx="1" presStyleCnt="4">
        <dgm:presLayoutVars>
          <dgm:chMax val="1"/>
          <dgm:chPref val="1"/>
        </dgm:presLayoutVars>
      </dgm:prSet>
      <dgm:spPr/>
    </dgm:pt>
    <dgm:pt modelId="{3E3D2FC7-0D48-4FD1-8206-FCF4ACFF653A}" type="pres">
      <dgm:prSet presAssocID="{1D0CCF05-7C72-4937-AEC4-8A3CA8F87105}" presName="sibTrans" presStyleCnt="0"/>
      <dgm:spPr/>
    </dgm:pt>
    <dgm:pt modelId="{F3C29386-3FF1-42E4-A672-FD9011EDA55E}" type="pres">
      <dgm:prSet presAssocID="{663C47B4-A2CA-4D07-A9D7-456A4F785E2D}" presName="compNode" presStyleCnt="0"/>
      <dgm:spPr/>
    </dgm:pt>
    <dgm:pt modelId="{09870F97-185F-44A4-A57C-111F1E87FC5A}" type="pres">
      <dgm:prSet presAssocID="{663C47B4-A2CA-4D07-A9D7-456A4F785E2D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52E1AA29-8D40-4D41-A7D4-E398C70069B4}" type="pres">
      <dgm:prSet presAssocID="{663C47B4-A2CA-4D07-A9D7-456A4F785E2D}" presName="spaceRect" presStyleCnt="0"/>
      <dgm:spPr/>
    </dgm:pt>
    <dgm:pt modelId="{B90B358E-3CD5-4B18-84A1-9A62ACAE4B9B}" type="pres">
      <dgm:prSet presAssocID="{663C47B4-A2CA-4D07-A9D7-456A4F785E2D}" presName="textRect" presStyleLbl="revTx" presStyleIdx="2" presStyleCnt="4">
        <dgm:presLayoutVars>
          <dgm:chMax val="1"/>
          <dgm:chPref val="1"/>
        </dgm:presLayoutVars>
      </dgm:prSet>
      <dgm:spPr/>
    </dgm:pt>
    <dgm:pt modelId="{2455C4CE-B4D8-4202-96AD-B7ECD3E23574}" type="pres">
      <dgm:prSet presAssocID="{C08E1B9E-0AE6-441B-9E1F-81AFFAC89993}" presName="sibTrans" presStyleCnt="0"/>
      <dgm:spPr/>
    </dgm:pt>
    <dgm:pt modelId="{24C88825-6CD1-4E24-A4DF-D95C332749A2}" type="pres">
      <dgm:prSet presAssocID="{F2FC8250-C233-424C-B80D-087CDD306CAA}" presName="compNode" presStyleCnt="0"/>
      <dgm:spPr/>
    </dgm:pt>
    <dgm:pt modelId="{203C10DF-0C32-47D8-857C-C001404629BA}" type="pres">
      <dgm:prSet presAssocID="{F2FC8250-C233-424C-B80D-087CDD306CAA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tear"/>
        </a:ext>
      </dgm:extLst>
    </dgm:pt>
    <dgm:pt modelId="{7CDEABF0-8751-4CB3-A1CE-0BD6E35FBB1F}" type="pres">
      <dgm:prSet presAssocID="{F2FC8250-C233-424C-B80D-087CDD306CAA}" presName="spaceRect" presStyleCnt="0"/>
      <dgm:spPr/>
    </dgm:pt>
    <dgm:pt modelId="{0A03BC58-1BC7-435D-B2AD-2A8A9922CC5B}" type="pres">
      <dgm:prSet presAssocID="{F2FC8250-C233-424C-B80D-087CDD306CAA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F174201-A79E-4ED1-BDB5-3D3B464A60A1}" srcId="{AD282646-B4A5-4A62-90CE-A480E1BB29EC}" destId="{A474765C-65BD-486E-B14B-CB60DE7C6A5F}" srcOrd="0" destOrd="0" parTransId="{C4D7EB5E-11DF-4BE5-8B1F-3BA481250739}" sibTransId="{752A6B41-9C9C-4C43-A471-270534DF39B3}"/>
    <dgm:cxn modelId="{6DCF9E1E-1A06-4110-8F83-13E9D7EEEBE7}" type="presOf" srcId="{F15E55D2-1060-4229-9563-C57FACE13C1F}" destId="{7D6E4499-A548-4DE9-B38E-F9428CC87E4F}" srcOrd="0" destOrd="0" presId="urn:microsoft.com/office/officeart/2018/2/layout/IconLabelList"/>
    <dgm:cxn modelId="{B57B6C29-E22B-4EB6-9F64-0CEF2479832E}" type="presOf" srcId="{A474765C-65BD-486E-B14B-CB60DE7C6A5F}" destId="{78EFF7CA-B013-4717-B315-D61E6F16EBAC}" srcOrd="0" destOrd="0" presId="urn:microsoft.com/office/officeart/2018/2/layout/IconLabelList"/>
    <dgm:cxn modelId="{6F33422D-BC73-42E3-805B-2F7BDC46D438}" srcId="{AD282646-B4A5-4A62-90CE-A480E1BB29EC}" destId="{F2FC8250-C233-424C-B80D-087CDD306CAA}" srcOrd="3" destOrd="0" parTransId="{6497A218-30E2-49FF-9AD2-67A41F651273}" sibTransId="{18939539-94DC-48BC-8843-EC3E08492299}"/>
    <dgm:cxn modelId="{5CF6533F-9921-4CB4-90C0-BE08A45B481A}" srcId="{AD282646-B4A5-4A62-90CE-A480E1BB29EC}" destId="{663C47B4-A2CA-4D07-A9D7-456A4F785E2D}" srcOrd="2" destOrd="0" parTransId="{A8801CBA-4487-4DAF-B4CA-F392993AF3A4}" sibTransId="{C08E1B9E-0AE6-441B-9E1F-81AFFAC89993}"/>
    <dgm:cxn modelId="{9B60C843-AB76-43E9-8A9F-5A0B63AE6316}" type="presOf" srcId="{663C47B4-A2CA-4D07-A9D7-456A4F785E2D}" destId="{B90B358E-3CD5-4B18-84A1-9A62ACAE4B9B}" srcOrd="0" destOrd="0" presId="urn:microsoft.com/office/officeart/2018/2/layout/IconLabelList"/>
    <dgm:cxn modelId="{9969C088-53DA-4F78-8E04-4F869A4BC39B}" type="presOf" srcId="{F2FC8250-C233-424C-B80D-087CDD306CAA}" destId="{0A03BC58-1BC7-435D-B2AD-2A8A9922CC5B}" srcOrd="0" destOrd="0" presId="urn:microsoft.com/office/officeart/2018/2/layout/IconLabelList"/>
    <dgm:cxn modelId="{E27CF3F5-5936-4296-B38C-46C65847A150}" type="presOf" srcId="{AD282646-B4A5-4A62-90CE-A480E1BB29EC}" destId="{B64DFD1E-2A26-46F7-9E1D-87E0D38CB6F7}" srcOrd="0" destOrd="0" presId="urn:microsoft.com/office/officeart/2018/2/layout/IconLabelList"/>
    <dgm:cxn modelId="{61A8B1F7-E7C5-4F83-A42C-D47091AFEB05}" srcId="{AD282646-B4A5-4A62-90CE-A480E1BB29EC}" destId="{F15E55D2-1060-4229-9563-C57FACE13C1F}" srcOrd="1" destOrd="0" parTransId="{EF848DF5-6252-4177-8A09-07058FFA850F}" sibTransId="{1D0CCF05-7C72-4937-AEC4-8A3CA8F87105}"/>
    <dgm:cxn modelId="{A0C4D14D-B61A-4E62-B839-751ED98374BA}" type="presParOf" srcId="{B64DFD1E-2A26-46F7-9E1D-87E0D38CB6F7}" destId="{4E9FFFFE-B10A-4F0A-8F33-584D599F605C}" srcOrd="0" destOrd="0" presId="urn:microsoft.com/office/officeart/2018/2/layout/IconLabelList"/>
    <dgm:cxn modelId="{780545EC-4251-4818-9371-DC18A1E109CE}" type="presParOf" srcId="{4E9FFFFE-B10A-4F0A-8F33-584D599F605C}" destId="{753A7930-7A5E-4D8C-8859-205EA00DA036}" srcOrd="0" destOrd="0" presId="urn:microsoft.com/office/officeart/2018/2/layout/IconLabelList"/>
    <dgm:cxn modelId="{C39A6076-1022-4877-86C6-CABE63A1C1AE}" type="presParOf" srcId="{4E9FFFFE-B10A-4F0A-8F33-584D599F605C}" destId="{1AA2BB23-933C-4C79-AE6D-453F57C50B8D}" srcOrd="1" destOrd="0" presId="urn:microsoft.com/office/officeart/2018/2/layout/IconLabelList"/>
    <dgm:cxn modelId="{14651BC8-20CD-4B75-97F8-E2B35DF5C4F3}" type="presParOf" srcId="{4E9FFFFE-B10A-4F0A-8F33-584D599F605C}" destId="{78EFF7CA-B013-4717-B315-D61E6F16EBAC}" srcOrd="2" destOrd="0" presId="urn:microsoft.com/office/officeart/2018/2/layout/IconLabelList"/>
    <dgm:cxn modelId="{5F705EB1-CC02-49EA-9189-3BD12C390D46}" type="presParOf" srcId="{B64DFD1E-2A26-46F7-9E1D-87E0D38CB6F7}" destId="{3FD7445A-1BEA-46D6-B824-AB62D020EFFD}" srcOrd="1" destOrd="0" presId="urn:microsoft.com/office/officeart/2018/2/layout/IconLabelList"/>
    <dgm:cxn modelId="{1F06357D-6939-4F31-8EEA-A355BB94AF51}" type="presParOf" srcId="{B64DFD1E-2A26-46F7-9E1D-87E0D38CB6F7}" destId="{9C8A082F-9679-47D7-8734-2B4394408224}" srcOrd="2" destOrd="0" presId="urn:microsoft.com/office/officeart/2018/2/layout/IconLabelList"/>
    <dgm:cxn modelId="{0B3A2165-B3A8-484D-BDAA-3E6231D06B88}" type="presParOf" srcId="{9C8A082F-9679-47D7-8734-2B4394408224}" destId="{1A9630B2-3D37-463F-AD86-778AD441B74E}" srcOrd="0" destOrd="0" presId="urn:microsoft.com/office/officeart/2018/2/layout/IconLabelList"/>
    <dgm:cxn modelId="{848E5216-90EF-4130-8C08-A9544E732C8C}" type="presParOf" srcId="{9C8A082F-9679-47D7-8734-2B4394408224}" destId="{67C94B94-B2FF-4260-9C0D-9ED885BACD8F}" srcOrd="1" destOrd="0" presId="urn:microsoft.com/office/officeart/2018/2/layout/IconLabelList"/>
    <dgm:cxn modelId="{E972ECC8-3D7B-4DA5-BA6D-C66746C2FD62}" type="presParOf" srcId="{9C8A082F-9679-47D7-8734-2B4394408224}" destId="{7D6E4499-A548-4DE9-B38E-F9428CC87E4F}" srcOrd="2" destOrd="0" presId="urn:microsoft.com/office/officeart/2018/2/layout/IconLabelList"/>
    <dgm:cxn modelId="{86565769-5D83-482F-842E-CC6A546F5EF4}" type="presParOf" srcId="{B64DFD1E-2A26-46F7-9E1D-87E0D38CB6F7}" destId="{3E3D2FC7-0D48-4FD1-8206-FCF4ACFF653A}" srcOrd="3" destOrd="0" presId="urn:microsoft.com/office/officeart/2018/2/layout/IconLabelList"/>
    <dgm:cxn modelId="{271E139C-F6AB-4B5A-B43C-461E4ADCFD6F}" type="presParOf" srcId="{B64DFD1E-2A26-46F7-9E1D-87E0D38CB6F7}" destId="{F3C29386-3FF1-42E4-A672-FD9011EDA55E}" srcOrd="4" destOrd="0" presId="urn:microsoft.com/office/officeart/2018/2/layout/IconLabelList"/>
    <dgm:cxn modelId="{5B705ED4-BD37-4B4A-ABBA-6C1177442DBC}" type="presParOf" srcId="{F3C29386-3FF1-42E4-A672-FD9011EDA55E}" destId="{09870F97-185F-44A4-A57C-111F1E87FC5A}" srcOrd="0" destOrd="0" presId="urn:microsoft.com/office/officeart/2018/2/layout/IconLabelList"/>
    <dgm:cxn modelId="{C9F0E4FE-27BB-4764-AA42-12B5AB7F3093}" type="presParOf" srcId="{F3C29386-3FF1-42E4-A672-FD9011EDA55E}" destId="{52E1AA29-8D40-4D41-A7D4-E398C70069B4}" srcOrd="1" destOrd="0" presId="urn:microsoft.com/office/officeart/2018/2/layout/IconLabelList"/>
    <dgm:cxn modelId="{B9D10368-891F-4656-AC68-F9889F38DBDE}" type="presParOf" srcId="{F3C29386-3FF1-42E4-A672-FD9011EDA55E}" destId="{B90B358E-3CD5-4B18-84A1-9A62ACAE4B9B}" srcOrd="2" destOrd="0" presId="urn:microsoft.com/office/officeart/2018/2/layout/IconLabelList"/>
    <dgm:cxn modelId="{74E4E18B-B5F3-4812-A205-ADB94CF8F4C8}" type="presParOf" srcId="{B64DFD1E-2A26-46F7-9E1D-87E0D38CB6F7}" destId="{2455C4CE-B4D8-4202-96AD-B7ECD3E23574}" srcOrd="5" destOrd="0" presId="urn:microsoft.com/office/officeart/2018/2/layout/IconLabelList"/>
    <dgm:cxn modelId="{A5974A5E-1805-4AFA-9152-F2937A53C9AB}" type="presParOf" srcId="{B64DFD1E-2A26-46F7-9E1D-87E0D38CB6F7}" destId="{24C88825-6CD1-4E24-A4DF-D95C332749A2}" srcOrd="6" destOrd="0" presId="urn:microsoft.com/office/officeart/2018/2/layout/IconLabelList"/>
    <dgm:cxn modelId="{8D93E717-82D3-4D29-BB59-D71BB3F0A45D}" type="presParOf" srcId="{24C88825-6CD1-4E24-A4DF-D95C332749A2}" destId="{203C10DF-0C32-47D8-857C-C001404629BA}" srcOrd="0" destOrd="0" presId="urn:microsoft.com/office/officeart/2018/2/layout/IconLabelList"/>
    <dgm:cxn modelId="{15B05E1C-80CC-425E-9A41-4D9AF8A087BC}" type="presParOf" srcId="{24C88825-6CD1-4E24-A4DF-D95C332749A2}" destId="{7CDEABF0-8751-4CB3-A1CE-0BD6E35FBB1F}" srcOrd="1" destOrd="0" presId="urn:microsoft.com/office/officeart/2018/2/layout/IconLabelList"/>
    <dgm:cxn modelId="{15A42086-51E1-4C1F-AB99-B951E2E28B8B}" type="presParOf" srcId="{24C88825-6CD1-4E24-A4DF-D95C332749A2}" destId="{0A03BC58-1BC7-435D-B2AD-2A8A9922CC5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353224B-363B-4127-97B5-7849F44B411B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994CF5F6-B7A9-4F2E-8F9C-5354B42ABBD5}">
      <dgm:prSet/>
      <dgm:spPr/>
      <dgm:t>
        <a:bodyPr/>
        <a:lstStyle/>
        <a:p>
          <a:r>
            <a:rPr lang="en-US"/>
            <a:t>• Proyecto en etapa inicial</a:t>
          </a:r>
        </a:p>
      </dgm:t>
    </dgm:pt>
    <dgm:pt modelId="{FDEA5CDD-A836-436B-8B60-B2C8C1073941}" type="parTrans" cxnId="{CBE20718-BCD5-4021-9DBC-5E387A3840B2}">
      <dgm:prSet/>
      <dgm:spPr/>
      <dgm:t>
        <a:bodyPr/>
        <a:lstStyle/>
        <a:p>
          <a:endParaRPr lang="en-US"/>
        </a:p>
      </dgm:t>
    </dgm:pt>
    <dgm:pt modelId="{4C07836A-372D-4A3D-B93A-B3D6019F2A0B}" type="sibTrans" cxnId="{CBE20718-BCD5-4021-9DBC-5E387A3840B2}">
      <dgm:prSet/>
      <dgm:spPr/>
      <dgm:t>
        <a:bodyPr/>
        <a:lstStyle/>
        <a:p>
          <a:endParaRPr lang="en-US"/>
        </a:p>
      </dgm:t>
    </dgm:pt>
    <dgm:pt modelId="{2A119D99-B30F-44B0-90CD-6ED5542B497A}">
      <dgm:prSet/>
      <dgm:spPr/>
      <dgm:t>
        <a:bodyPr/>
        <a:lstStyle/>
        <a:p>
          <a:r>
            <a:rPr lang="en-US"/>
            <a:t>• Requerimientos definidos</a:t>
          </a:r>
        </a:p>
      </dgm:t>
    </dgm:pt>
    <dgm:pt modelId="{85D26192-0738-408A-8D75-84CEC2ED9F86}" type="parTrans" cxnId="{22E5CFBC-7D17-4896-9C01-C4B40D7EE8A2}">
      <dgm:prSet/>
      <dgm:spPr/>
      <dgm:t>
        <a:bodyPr/>
        <a:lstStyle/>
        <a:p>
          <a:endParaRPr lang="en-US"/>
        </a:p>
      </dgm:t>
    </dgm:pt>
    <dgm:pt modelId="{B283606F-01B1-4C79-A0FD-54DD84A975E8}" type="sibTrans" cxnId="{22E5CFBC-7D17-4896-9C01-C4B40D7EE8A2}">
      <dgm:prSet/>
      <dgm:spPr/>
      <dgm:t>
        <a:bodyPr/>
        <a:lstStyle/>
        <a:p>
          <a:endParaRPr lang="en-US"/>
        </a:p>
      </dgm:t>
    </dgm:pt>
    <dgm:pt modelId="{22146B66-ABFC-40C4-A33F-57650B332B9B}">
      <dgm:prSet/>
      <dgm:spPr/>
      <dgm:t>
        <a:bodyPr/>
        <a:lstStyle/>
        <a:p>
          <a:r>
            <a:rPr lang="en-US"/>
            <a:t>• Plan de trabajo establecido</a:t>
          </a:r>
        </a:p>
      </dgm:t>
    </dgm:pt>
    <dgm:pt modelId="{FF187798-36CA-416A-9D24-6D5DB62CB9F9}" type="parTrans" cxnId="{F297A657-AE2C-4FE6-A417-0C38633AD745}">
      <dgm:prSet/>
      <dgm:spPr/>
      <dgm:t>
        <a:bodyPr/>
        <a:lstStyle/>
        <a:p>
          <a:endParaRPr lang="en-US"/>
        </a:p>
      </dgm:t>
    </dgm:pt>
    <dgm:pt modelId="{4017A911-CDBE-46E9-BAF0-77B768A5DACB}" type="sibTrans" cxnId="{F297A657-AE2C-4FE6-A417-0C38633AD745}">
      <dgm:prSet/>
      <dgm:spPr/>
      <dgm:t>
        <a:bodyPr/>
        <a:lstStyle/>
        <a:p>
          <a:endParaRPr lang="en-US"/>
        </a:p>
      </dgm:t>
    </dgm:pt>
    <dgm:pt modelId="{382AB17A-C35C-4C09-AE26-5619DF994551}">
      <dgm:prSet/>
      <dgm:spPr/>
      <dgm:t>
        <a:bodyPr/>
        <a:lstStyle/>
        <a:p>
          <a:r>
            <a:rPr lang="en-US"/>
            <a:t>• Desarrollo próximo a iniciar</a:t>
          </a:r>
        </a:p>
      </dgm:t>
    </dgm:pt>
    <dgm:pt modelId="{2DF6FDD3-CD0C-4F8B-ABA8-45E3D573260E}" type="parTrans" cxnId="{1DE6A0DF-011D-41D3-88D5-2C25D10AA215}">
      <dgm:prSet/>
      <dgm:spPr/>
      <dgm:t>
        <a:bodyPr/>
        <a:lstStyle/>
        <a:p>
          <a:endParaRPr lang="en-US"/>
        </a:p>
      </dgm:t>
    </dgm:pt>
    <dgm:pt modelId="{A3C7A8AA-A0DA-4AA7-AD43-328D81CC2BA4}" type="sibTrans" cxnId="{1DE6A0DF-011D-41D3-88D5-2C25D10AA215}">
      <dgm:prSet/>
      <dgm:spPr/>
      <dgm:t>
        <a:bodyPr/>
        <a:lstStyle/>
        <a:p>
          <a:endParaRPr lang="en-US"/>
        </a:p>
      </dgm:t>
    </dgm:pt>
    <dgm:pt modelId="{42E22CD7-F10D-4F3D-83E5-41C6B52F1732}" type="pres">
      <dgm:prSet presAssocID="{D353224B-363B-4127-97B5-7849F44B411B}" presName="root" presStyleCnt="0">
        <dgm:presLayoutVars>
          <dgm:dir/>
          <dgm:resizeHandles val="exact"/>
        </dgm:presLayoutVars>
      </dgm:prSet>
      <dgm:spPr/>
    </dgm:pt>
    <dgm:pt modelId="{B2033653-4A33-49B6-A6C5-02D3B932F97D}" type="pres">
      <dgm:prSet presAssocID="{994CF5F6-B7A9-4F2E-8F9C-5354B42ABBD5}" presName="compNode" presStyleCnt="0"/>
      <dgm:spPr/>
    </dgm:pt>
    <dgm:pt modelId="{70836212-BF6A-4097-A8AB-130A5F167C0D}" type="pres">
      <dgm:prSet presAssocID="{994CF5F6-B7A9-4F2E-8F9C-5354B42ABBD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ca de verificación"/>
        </a:ext>
      </dgm:extLst>
    </dgm:pt>
    <dgm:pt modelId="{0A2EB828-2BD4-47A2-80D9-83DDA58BD91A}" type="pres">
      <dgm:prSet presAssocID="{994CF5F6-B7A9-4F2E-8F9C-5354B42ABBD5}" presName="spaceRect" presStyleCnt="0"/>
      <dgm:spPr/>
    </dgm:pt>
    <dgm:pt modelId="{62645A68-4F45-4298-80A8-7409B056B598}" type="pres">
      <dgm:prSet presAssocID="{994CF5F6-B7A9-4F2E-8F9C-5354B42ABBD5}" presName="textRect" presStyleLbl="revTx" presStyleIdx="0" presStyleCnt="4">
        <dgm:presLayoutVars>
          <dgm:chMax val="1"/>
          <dgm:chPref val="1"/>
        </dgm:presLayoutVars>
      </dgm:prSet>
      <dgm:spPr/>
    </dgm:pt>
    <dgm:pt modelId="{4E95070E-397C-4C07-8E4C-5A8C7BD05F54}" type="pres">
      <dgm:prSet presAssocID="{4C07836A-372D-4A3D-B93A-B3D6019F2A0B}" presName="sibTrans" presStyleCnt="0"/>
      <dgm:spPr/>
    </dgm:pt>
    <dgm:pt modelId="{A226389F-3D94-44DB-96F4-01928D3238A7}" type="pres">
      <dgm:prSet presAssocID="{2A119D99-B30F-44B0-90CD-6ED5542B497A}" presName="compNode" presStyleCnt="0"/>
      <dgm:spPr/>
    </dgm:pt>
    <dgm:pt modelId="{2880C870-2DEA-4000-8D08-3120DC538ED2}" type="pres">
      <dgm:prSet presAssocID="{2A119D99-B30F-44B0-90CD-6ED5542B497A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A10835F9-EBB8-45EE-AA5C-4BDC697CBD9C}" type="pres">
      <dgm:prSet presAssocID="{2A119D99-B30F-44B0-90CD-6ED5542B497A}" presName="spaceRect" presStyleCnt="0"/>
      <dgm:spPr/>
    </dgm:pt>
    <dgm:pt modelId="{014B3400-84FF-48A7-A02E-F66F6D4982F9}" type="pres">
      <dgm:prSet presAssocID="{2A119D99-B30F-44B0-90CD-6ED5542B497A}" presName="textRect" presStyleLbl="revTx" presStyleIdx="1" presStyleCnt="4">
        <dgm:presLayoutVars>
          <dgm:chMax val="1"/>
          <dgm:chPref val="1"/>
        </dgm:presLayoutVars>
      </dgm:prSet>
      <dgm:spPr/>
    </dgm:pt>
    <dgm:pt modelId="{0896297D-D6D8-4761-B822-CDF95A45298A}" type="pres">
      <dgm:prSet presAssocID="{B283606F-01B1-4C79-A0FD-54DD84A975E8}" presName="sibTrans" presStyleCnt="0"/>
      <dgm:spPr/>
    </dgm:pt>
    <dgm:pt modelId="{0A11A4A2-4D9A-43D1-96A2-633EB4DE4A16}" type="pres">
      <dgm:prSet presAssocID="{22146B66-ABFC-40C4-A33F-57650B332B9B}" presName="compNode" presStyleCnt="0"/>
      <dgm:spPr/>
    </dgm:pt>
    <dgm:pt modelId="{FBA7A518-81F7-4E72-8A19-32848E1B24A7}" type="pres">
      <dgm:prSet presAssocID="{22146B66-ABFC-40C4-A33F-57650B332B9B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3763034F-AA88-4F60-A07C-EE0D8A16F412}" type="pres">
      <dgm:prSet presAssocID="{22146B66-ABFC-40C4-A33F-57650B332B9B}" presName="spaceRect" presStyleCnt="0"/>
      <dgm:spPr/>
    </dgm:pt>
    <dgm:pt modelId="{58CCCEE8-CA28-467E-B1B5-D60214D252ED}" type="pres">
      <dgm:prSet presAssocID="{22146B66-ABFC-40C4-A33F-57650B332B9B}" presName="textRect" presStyleLbl="revTx" presStyleIdx="2" presStyleCnt="4">
        <dgm:presLayoutVars>
          <dgm:chMax val="1"/>
          <dgm:chPref val="1"/>
        </dgm:presLayoutVars>
      </dgm:prSet>
      <dgm:spPr/>
    </dgm:pt>
    <dgm:pt modelId="{1E926FC3-4389-44F6-8617-41403FF03D4F}" type="pres">
      <dgm:prSet presAssocID="{4017A911-CDBE-46E9-BAF0-77B768A5DACB}" presName="sibTrans" presStyleCnt="0"/>
      <dgm:spPr/>
    </dgm:pt>
    <dgm:pt modelId="{4243FDCC-7483-4F9A-B76F-122DE57E70A0}" type="pres">
      <dgm:prSet presAssocID="{382AB17A-C35C-4C09-AE26-5619DF994551}" presName="compNode" presStyleCnt="0"/>
      <dgm:spPr/>
    </dgm:pt>
    <dgm:pt modelId="{B64AD49B-E5A3-4ACA-AB7E-125C9302422B}" type="pres">
      <dgm:prSet presAssocID="{382AB17A-C35C-4C09-AE26-5619DF994551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3DE707CF-9C0A-420C-9C7B-C0E3FE702662}" type="pres">
      <dgm:prSet presAssocID="{382AB17A-C35C-4C09-AE26-5619DF994551}" presName="spaceRect" presStyleCnt="0"/>
      <dgm:spPr/>
    </dgm:pt>
    <dgm:pt modelId="{1E8ED07C-34FC-476D-8B8A-EA4F6829EAFA}" type="pres">
      <dgm:prSet presAssocID="{382AB17A-C35C-4C09-AE26-5619DF99455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05A8AC10-7C75-4E86-AB41-74D3A65821ED}" type="presOf" srcId="{2A119D99-B30F-44B0-90CD-6ED5542B497A}" destId="{014B3400-84FF-48A7-A02E-F66F6D4982F9}" srcOrd="0" destOrd="0" presId="urn:microsoft.com/office/officeart/2018/2/layout/IconLabelList"/>
    <dgm:cxn modelId="{CBE20718-BCD5-4021-9DBC-5E387A3840B2}" srcId="{D353224B-363B-4127-97B5-7849F44B411B}" destId="{994CF5F6-B7A9-4F2E-8F9C-5354B42ABBD5}" srcOrd="0" destOrd="0" parTransId="{FDEA5CDD-A836-436B-8B60-B2C8C1073941}" sibTransId="{4C07836A-372D-4A3D-B93A-B3D6019F2A0B}"/>
    <dgm:cxn modelId="{B6A8045E-346F-4680-A064-1A9B4B11F128}" type="presOf" srcId="{22146B66-ABFC-40C4-A33F-57650B332B9B}" destId="{58CCCEE8-CA28-467E-B1B5-D60214D252ED}" srcOrd="0" destOrd="0" presId="urn:microsoft.com/office/officeart/2018/2/layout/IconLabelList"/>
    <dgm:cxn modelId="{A27AF56B-1FF1-4D4C-AB90-9EC2E4A5F258}" type="presOf" srcId="{994CF5F6-B7A9-4F2E-8F9C-5354B42ABBD5}" destId="{62645A68-4F45-4298-80A8-7409B056B598}" srcOrd="0" destOrd="0" presId="urn:microsoft.com/office/officeart/2018/2/layout/IconLabelList"/>
    <dgm:cxn modelId="{F2442056-F2E0-4723-A2CC-34FE6D6292D1}" type="presOf" srcId="{D353224B-363B-4127-97B5-7849F44B411B}" destId="{42E22CD7-F10D-4F3D-83E5-41C6B52F1732}" srcOrd="0" destOrd="0" presId="urn:microsoft.com/office/officeart/2018/2/layout/IconLabelList"/>
    <dgm:cxn modelId="{F297A657-AE2C-4FE6-A417-0C38633AD745}" srcId="{D353224B-363B-4127-97B5-7849F44B411B}" destId="{22146B66-ABFC-40C4-A33F-57650B332B9B}" srcOrd="2" destOrd="0" parTransId="{FF187798-36CA-416A-9D24-6D5DB62CB9F9}" sibTransId="{4017A911-CDBE-46E9-BAF0-77B768A5DACB}"/>
    <dgm:cxn modelId="{785B5EAD-7FFF-40AC-962A-7CBC635868D8}" type="presOf" srcId="{382AB17A-C35C-4C09-AE26-5619DF994551}" destId="{1E8ED07C-34FC-476D-8B8A-EA4F6829EAFA}" srcOrd="0" destOrd="0" presId="urn:microsoft.com/office/officeart/2018/2/layout/IconLabelList"/>
    <dgm:cxn modelId="{22E5CFBC-7D17-4896-9C01-C4B40D7EE8A2}" srcId="{D353224B-363B-4127-97B5-7849F44B411B}" destId="{2A119D99-B30F-44B0-90CD-6ED5542B497A}" srcOrd="1" destOrd="0" parTransId="{85D26192-0738-408A-8D75-84CEC2ED9F86}" sibTransId="{B283606F-01B1-4C79-A0FD-54DD84A975E8}"/>
    <dgm:cxn modelId="{1DE6A0DF-011D-41D3-88D5-2C25D10AA215}" srcId="{D353224B-363B-4127-97B5-7849F44B411B}" destId="{382AB17A-C35C-4C09-AE26-5619DF994551}" srcOrd="3" destOrd="0" parTransId="{2DF6FDD3-CD0C-4F8B-ABA8-45E3D573260E}" sibTransId="{A3C7A8AA-A0DA-4AA7-AD43-328D81CC2BA4}"/>
    <dgm:cxn modelId="{FF4509A6-336D-457D-8FD3-13E4FA8BCDE0}" type="presParOf" srcId="{42E22CD7-F10D-4F3D-83E5-41C6B52F1732}" destId="{B2033653-4A33-49B6-A6C5-02D3B932F97D}" srcOrd="0" destOrd="0" presId="urn:microsoft.com/office/officeart/2018/2/layout/IconLabelList"/>
    <dgm:cxn modelId="{D169B204-07A9-4F1E-B698-0DC729C15B1C}" type="presParOf" srcId="{B2033653-4A33-49B6-A6C5-02D3B932F97D}" destId="{70836212-BF6A-4097-A8AB-130A5F167C0D}" srcOrd="0" destOrd="0" presId="urn:microsoft.com/office/officeart/2018/2/layout/IconLabelList"/>
    <dgm:cxn modelId="{D0762D20-1D21-4DE9-A580-D51CF88E0072}" type="presParOf" srcId="{B2033653-4A33-49B6-A6C5-02D3B932F97D}" destId="{0A2EB828-2BD4-47A2-80D9-83DDA58BD91A}" srcOrd="1" destOrd="0" presId="urn:microsoft.com/office/officeart/2018/2/layout/IconLabelList"/>
    <dgm:cxn modelId="{147DC0F7-64B2-4455-8A63-B1C8A4368930}" type="presParOf" srcId="{B2033653-4A33-49B6-A6C5-02D3B932F97D}" destId="{62645A68-4F45-4298-80A8-7409B056B598}" srcOrd="2" destOrd="0" presId="urn:microsoft.com/office/officeart/2018/2/layout/IconLabelList"/>
    <dgm:cxn modelId="{36BA7450-D481-4049-A3BE-499C553F2CC6}" type="presParOf" srcId="{42E22CD7-F10D-4F3D-83E5-41C6B52F1732}" destId="{4E95070E-397C-4C07-8E4C-5A8C7BD05F54}" srcOrd="1" destOrd="0" presId="urn:microsoft.com/office/officeart/2018/2/layout/IconLabelList"/>
    <dgm:cxn modelId="{39E00968-9DDD-4740-BD79-6CD67E4027FF}" type="presParOf" srcId="{42E22CD7-F10D-4F3D-83E5-41C6B52F1732}" destId="{A226389F-3D94-44DB-96F4-01928D3238A7}" srcOrd="2" destOrd="0" presId="urn:microsoft.com/office/officeart/2018/2/layout/IconLabelList"/>
    <dgm:cxn modelId="{FE4E0901-0CA5-4519-9D17-642F28E1411E}" type="presParOf" srcId="{A226389F-3D94-44DB-96F4-01928D3238A7}" destId="{2880C870-2DEA-4000-8D08-3120DC538ED2}" srcOrd="0" destOrd="0" presId="urn:microsoft.com/office/officeart/2018/2/layout/IconLabelList"/>
    <dgm:cxn modelId="{5B5923B4-D6A3-452D-B9F8-A1FD2F7827F2}" type="presParOf" srcId="{A226389F-3D94-44DB-96F4-01928D3238A7}" destId="{A10835F9-EBB8-45EE-AA5C-4BDC697CBD9C}" srcOrd="1" destOrd="0" presId="urn:microsoft.com/office/officeart/2018/2/layout/IconLabelList"/>
    <dgm:cxn modelId="{BEDA56CE-64B5-48C1-83D6-495C4A091DD7}" type="presParOf" srcId="{A226389F-3D94-44DB-96F4-01928D3238A7}" destId="{014B3400-84FF-48A7-A02E-F66F6D4982F9}" srcOrd="2" destOrd="0" presId="urn:microsoft.com/office/officeart/2018/2/layout/IconLabelList"/>
    <dgm:cxn modelId="{6F199E8A-7A8D-46BB-B6BE-943923FDC043}" type="presParOf" srcId="{42E22CD7-F10D-4F3D-83E5-41C6B52F1732}" destId="{0896297D-D6D8-4761-B822-CDF95A45298A}" srcOrd="3" destOrd="0" presId="urn:microsoft.com/office/officeart/2018/2/layout/IconLabelList"/>
    <dgm:cxn modelId="{E8B0D87E-F67C-4E27-AD33-2A35B29AB8FE}" type="presParOf" srcId="{42E22CD7-F10D-4F3D-83E5-41C6B52F1732}" destId="{0A11A4A2-4D9A-43D1-96A2-633EB4DE4A16}" srcOrd="4" destOrd="0" presId="urn:microsoft.com/office/officeart/2018/2/layout/IconLabelList"/>
    <dgm:cxn modelId="{259617C6-6CC8-463F-AA89-4BFF4187FDC8}" type="presParOf" srcId="{0A11A4A2-4D9A-43D1-96A2-633EB4DE4A16}" destId="{FBA7A518-81F7-4E72-8A19-32848E1B24A7}" srcOrd="0" destOrd="0" presId="urn:microsoft.com/office/officeart/2018/2/layout/IconLabelList"/>
    <dgm:cxn modelId="{040B9A20-1E2A-4A74-A09A-59F5DC0CBC0B}" type="presParOf" srcId="{0A11A4A2-4D9A-43D1-96A2-633EB4DE4A16}" destId="{3763034F-AA88-4F60-A07C-EE0D8A16F412}" srcOrd="1" destOrd="0" presId="urn:microsoft.com/office/officeart/2018/2/layout/IconLabelList"/>
    <dgm:cxn modelId="{156D243A-DA46-400A-876D-B2839F4E1107}" type="presParOf" srcId="{0A11A4A2-4D9A-43D1-96A2-633EB4DE4A16}" destId="{58CCCEE8-CA28-467E-B1B5-D60214D252ED}" srcOrd="2" destOrd="0" presId="urn:microsoft.com/office/officeart/2018/2/layout/IconLabelList"/>
    <dgm:cxn modelId="{017CA5C7-209F-42D8-BDBE-1E0264E56234}" type="presParOf" srcId="{42E22CD7-F10D-4F3D-83E5-41C6B52F1732}" destId="{1E926FC3-4389-44F6-8617-41403FF03D4F}" srcOrd="5" destOrd="0" presId="urn:microsoft.com/office/officeart/2018/2/layout/IconLabelList"/>
    <dgm:cxn modelId="{5A62A78A-6A7E-44D3-928A-1BE3399AAD53}" type="presParOf" srcId="{42E22CD7-F10D-4F3D-83E5-41C6B52F1732}" destId="{4243FDCC-7483-4F9A-B76F-122DE57E70A0}" srcOrd="6" destOrd="0" presId="urn:microsoft.com/office/officeart/2018/2/layout/IconLabelList"/>
    <dgm:cxn modelId="{07D48BED-E4F6-4D59-B043-7F9B1238FC52}" type="presParOf" srcId="{4243FDCC-7483-4F9A-B76F-122DE57E70A0}" destId="{B64AD49B-E5A3-4ACA-AB7E-125C9302422B}" srcOrd="0" destOrd="0" presId="urn:microsoft.com/office/officeart/2018/2/layout/IconLabelList"/>
    <dgm:cxn modelId="{0C6606A8-FAB5-49B6-BBEA-60DA478C045B}" type="presParOf" srcId="{4243FDCC-7483-4F9A-B76F-122DE57E70A0}" destId="{3DE707CF-9C0A-420C-9C7B-C0E3FE702662}" srcOrd="1" destOrd="0" presId="urn:microsoft.com/office/officeart/2018/2/layout/IconLabelList"/>
    <dgm:cxn modelId="{EEC1C113-03A5-42E2-A81B-37A5758C1126}" type="presParOf" srcId="{4243FDCC-7483-4F9A-B76F-122DE57E70A0}" destId="{1E8ED07C-34FC-476D-8B8A-EA4F6829EAFA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915C32-28C4-4EB6-8782-29C832D471B5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02AADF-5A3C-43BE-BA34-F2E72487EA23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Los pequeños minimarkets suelen llevar sus procesos de ventas y stock de forma manual.</a:t>
          </a:r>
        </a:p>
      </dsp:txBody>
      <dsp:txXfrm>
        <a:off x="85060" y="2776702"/>
        <a:ext cx="3690000" cy="720000"/>
      </dsp:txXfrm>
    </dsp:sp>
    <dsp:sp modelId="{5730CCC3-6AC8-4139-A604-9A8A0DE006FC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4FA39C-AC04-4944-A198-9DC1051A349C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Esto genera errores, pérdida de información y dificultades para el control del negocio.</a:t>
          </a:r>
        </a:p>
      </dsp:txBody>
      <dsp:txXfrm>
        <a:off x="4420810" y="2776702"/>
        <a:ext cx="36900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498996-E604-46AB-9C0A-E8A7EB1B06F0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93BCB93-F370-459D-A4FA-D6B8FE9B2C81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4F57F0B-2E89-401E-B70A-4B1FC2DB8C58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Falta de control de stock</a:t>
          </a:r>
        </a:p>
      </dsp:txBody>
      <dsp:txXfrm>
        <a:off x="25435" y="2456402"/>
        <a:ext cx="1800000" cy="720000"/>
      </dsp:txXfrm>
    </dsp:sp>
    <dsp:sp modelId="{68C230E2-3444-45BC-A950-98F215FBB297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5C308A-9052-4755-AF1E-37317C8AA00E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144471-D365-410A-A849-5F823974A42D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Registro manual de ventas</a:t>
          </a:r>
        </a:p>
      </dsp:txBody>
      <dsp:txXfrm>
        <a:off x="2140435" y="2456402"/>
        <a:ext cx="1800000" cy="720000"/>
      </dsp:txXfrm>
    </dsp:sp>
    <dsp:sp modelId="{CDD9A790-00DD-45AC-B7BA-09CDF0AF9E2D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6418C70-C8D7-4CB5-9080-4AE9F782227C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C1AFBA-9DAA-4D37-93A2-8D6888DC308C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Dificultad para generar reportes</a:t>
          </a:r>
        </a:p>
      </dsp:txBody>
      <dsp:txXfrm>
        <a:off x="4255435" y="2456402"/>
        <a:ext cx="1800000" cy="720000"/>
      </dsp:txXfrm>
    </dsp:sp>
    <dsp:sp modelId="{790E2BA8-C26D-4E49-9EF2-3B4B86D33F4E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F7885AD-571D-46B7-917E-754FA80EB082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CFA2CD-6D5F-477E-B8E7-54ACB259858F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Escaso control de clientes fiados</a:t>
          </a:r>
        </a:p>
      </dsp:txBody>
      <dsp:txXfrm>
        <a:off x="6370435" y="2456402"/>
        <a:ext cx="18000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95D2A-8525-4FB1-83EF-846F480DAE1E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91E34-7F2C-44C4-86F3-E2BC5F362F9B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Desarrollar un sistema de escritorio que permita gestionar ventas,</a:t>
          </a:r>
        </a:p>
      </dsp:txBody>
      <dsp:txXfrm>
        <a:off x="85060" y="2776702"/>
        <a:ext cx="3690000" cy="720000"/>
      </dsp:txXfrm>
    </dsp:sp>
    <dsp:sp modelId="{B283DD58-1004-41CA-87D9-993CCC5FC518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FD11A5-FC57-46B9-B69E-98917E573D60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productos y clientes de un minimarket de forma eficiente.</a:t>
          </a:r>
        </a:p>
      </dsp:txBody>
      <dsp:txXfrm>
        <a:off x="4420810" y="2776702"/>
        <a:ext cx="369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C34A2B-7872-4988-9A8A-3B98337BEAF6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45BF32-92FE-428A-B84D-39ED04AC5532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Gestión de productos y stock</a:t>
          </a:r>
        </a:p>
      </dsp:txBody>
      <dsp:txXfrm>
        <a:off x="729373" y="1314747"/>
        <a:ext cx="1488867" cy="595546"/>
      </dsp:txXfrm>
    </dsp:sp>
    <dsp:sp modelId="{7A065F8D-D7E7-4226-8D48-229F7D9C3AA1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A238DD-D985-4802-BFE6-ADEE61F9E707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Registro de ventas</a:t>
          </a:r>
        </a:p>
      </dsp:txBody>
      <dsp:txXfrm>
        <a:off x="2478792" y="1314747"/>
        <a:ext cx="1488867" cy="595546"/>
      </dsp:txXfrm>
    </dsp:sp>
    <dsp:sp modelId="{2AB0CC38-7FD6-442D-8120-4D0B0BDFC75C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627160-DCEA-410B-8D70-B5D069D254DD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Clientes fiados</a:t>
          </a:r>
        </a:p>
      </dsp:txBody>
      <dsp:txXfrm>
        <a:off x="4228211" y="1314747"/>
        <a:ext cx="1488867" cy="595546"/>
      </dsp:txXfrm>
    </dsp:sp>
    <dsp:sp modelId="{386E69CF-F794-46F2-89F4-A85581D8FA54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E86107-E60F-4D5C-B8F2-4569F71BE977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• Reportes básicos</a:t>
          </a:r>
        </a:p>
      </dsp:txBody>
      <dsp:txXfrm>
        <a:off x="5977630" y="1314747"/>
        <a:ext cx="1488867" cy="595546"/>
      </dsp:txXfrm>
    </dsp:sp>
    <dsp:sp modelId="{82FBFC01-13C2-4728-9C03-16FF151F116D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F0458D-C1B3-4102-A8E9-43C78095935F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El proyecto no contempla integración web ni pagos electrónicos.</a:t>
          </a:r>
        </a:p>
      </dsp:txBody>
      <dsp:txXfrm>
        <a:off x="3353501" y="3204069"/>
        <a:ext cx="1488867" cy="59554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DDE3DD-ABB8-4E51-8872-211AD9018406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95DB7B-59BB-482A-84EE-3ABE7B57470D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D9D1B2-4706-423D-85D0-6D700E44DD17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Metodología Scrum</a:t>
          </a:r>
        </a:p>
      </dsp:txBody>
      <dsp:txXfrm>
        <a:off x="25435" y="2456402"/>
        <a:ext cx="1800000" cy="720000"/>
      </dsp:txXfrm>
    </dsp:sp>
    <dsp:sp modelId="{B36B5CFE-ED52-46C1-9D18-34E181C6AFFC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70B241D-7601-442D-9460-99A3B7C620B2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2B9BCF-245A-4921-8E1B-4461D7CBB596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2 Sprints</a:t>
          </a:r>
        </a:p>
      </dsp:txBody>
      <dsp:txXfrm>
        <a:off x="2140435" y="2456402"/>
        <a:ext cx="1800000" cy="720000"/>
      </dsp:txXfrm>
    </dsp:sp>
    <dsp:sp modelId="{A2B7DE6F-8EDA-484D-B8D5-1EECBFC5C059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E3CA58-3826-408F-8A9F-1BD8E6F34595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F543B6-924D-4DD6-B4E8-08908F3559AD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Uso de Microsoft Teams y Planner</a:t>
          </a:r>
        </a:p>
      </dsp:txBody>
      <dsp:txXfrm>
        <a:off x="4255435" y="2456402"/>
        <a:ext cx="1800000" cy="720000"/>
      </dsp:txXfrm>
    </dsp:sp>
    <dsp:sp modelId="{B5D08DC7-C01A-41BE-AB05-800A01E85E89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D87EA5-CAF6-42DF-B6EB-ECF3AB275A0D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15A7425-3C64-40EB-8A7F-F0BBBD405459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• Trabajo colaborativo</a:t>
          </a:r>
        </a:p>
      </dsp:txBody>
      <dsp:txXfrm>
        <a:off x="6370435" y="2456402"/>
        <a:ext cx="1800000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3A7930-7A5E-4D8C-8859-205EA00DA036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EFF7CA-B013-4717-B315-D61E6F16EBAC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Definición del alcance</a:t>
          </a:r>
        </a:p>
      </dsp:txBody>
      <dsp:txXfrm>
        <a:off x="25435" y="2276522"/>
        <a:ext cx="1800000" cy="720000"/>
      </dsp:txXfrm>
    </dsp:sp>
    <dsp:sp modelId="{1A9630B2-3D37-463F-AD86-778AD441B74E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6E4499-A548-4DE9-B38E-F9428CC87E4F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Levantamiento de requerimientos</a:t>
          </a:r>
        </a:p>
      </dsp:txBody>
      <dsp:txXfrm>
        <a:off x="2140435" y="2276522"/>
        <a:ext cx="1800000" cy="720000"/>
      </dsp:txXfrm>
    </dsp:sp>
    <dsp:sp modelId="{09870F97-185F-44A4-A57C-111F1E87FC5A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0B358E-3CD5-4B18-84A1-9A62ACAE4B9B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Diseño inicial de la solución</a:t>
          </a:r>
        </a:p>
      </dsp:txBody>
      <dsp:txXfrm>
        <a:off x="4255435" y="2276522"/>
        <a:ext cx="1800000" cy="720000"/>
      </dsp:txXfrm>
    </dsp:sp>
    <dsp:sp modelId="{203C10DF-0C32-47D8-857C-C001404629BA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03BC58-1BC7-435D-B2AD-2A8A9922CC5B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Planificación por sprints</a:t>
          </a:r>
        </a:p>
      </dsp:txBody>
      <dsp:txXfrm>
        <a:off x="6370435" y="2276522"/>
        <a:ext cx="1800000" cy="72000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0836212-BF6A-4097-A8AB-130A5F167C0D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645A68-4F45-4298-80A8-7409B056B598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Proyecto en etapa inicial</a:t>
          </a:r>
        </a:p>
      </dsp:txBody>
      <dsp:txXfrm>
        <a:off x="25435" y="2276522"/>
        <a:ext cx="1800000" cy="720000"/>
      </dsp:txXfrm>
    </dsp:sp>
    <dsp:sp modelId="{2880C870-2DEA-4000-8D08-3120DC538ED2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4B3400-84FF-48A7-A02E-F66F6D4982F9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Requerimientos definidos</a:t>
          </a:r>
        </a:p>
      </dsp:txBody>
      <dsp:txXfrm>
        <a:off x="2140435" y="2276522"/>
        <a:ext cx="1800000" cy="720000"/>
      </dsp:txXfrm>
    </dsp:sp>
    <dsp:sp modelId="{FBA7A518-81F7-4E72-8A19-32848E1B24A7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CCEE8-CA28-467E-B1B5-D60214D252ED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Plan de trabajo establecido</a:t>
          </a:r>
        </a:p>
      </dsp:txBody>
      <dsp:txXfrm>
        <a:off x="4255435" y="2276522"/>
        <a:ext cx="1800000" cy="720000"/>
      </dsp:txXfrm>
    </dsp:sp>
    <dsp:sp modelId="{B64AD49B-E5A3-4ACA-AB7E-125C9302422B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8ED07C-34FC-476D-8B8A-EA4F6829EAFA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Desarrollo próximo a iniciar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2616E71-7702-4514-BCE4-BAADB22ED8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15F9A7D7-E8EB-49D7-ACB0-13481EF1B6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" name="Color Cover">
              <a:extLst>
                <a:ext uri="{FF2B5EF4-FFF2-40B4-BE49-F238E27FC236}">
                  <a16:creationId xmlns:a16="http://schemas.microsoft.com/office/drawing/2014/main" id="{044CB560-3BF4-4256-8C60-8864DA0ABF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2840072-D6EC-480D-9A1B-928B36F92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CADDA0B4-EE72-46AA-A7BB-C271924B72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Color">
              <a:extLst>
                <a:ext uri="{FF2B5EF4-FFF2-40B4-BE49-F238E27FC236}">
                  <a16:creationId xmlns:a16="http://schemas.microsoft.com/office/drawing/2014/main" id="{B2519E48-483B-4612-935D-790A10605F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 descr="a413200e-87f1-4fa7-aeae-12dd8451591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7769" y="2143034"/>
            <a:ext cx="3428952" cy="255017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9483" y="841664"/>
            <a:ext cx="3902992" cy="2782723"/>
          </a:xfrm>
        </p:spPr>
        <p:txBody>
          <a:bodyPr anchor="b">
            <a:normAutofit/>
          </a:bodyPr>
          <a:lstStyle/>
          <a:p>
            <a:pPr algn="l"/>
            <a:r>
              <a:rPr lang="es-MX" sz="4200">
                <a:solidFill>
                  <a:schemeClr val="bg1"/>
                </a:solidFill>
              </a:rPr>
              <a:t>Inicio Proyecto APT – MiniMarket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482" y="3764655"/>
            <a:ext cx="3902992" cy="1936059"/>
          </a:xfrm>
        </p:spPr>
        <p:txBody>
          <a:bodyPr anchor="t">
            <a:normAutofit/>
          </a:bodyPr>
          <a:lstStyle/>
          <a:p>
            <a:pPr algn="l">
              <a:lnSpc>
                <a:spcPct val="90000"/>
              </a:lnSpc>
            </a:pPr>
            <a:r>
              <a:rPr lang="es-MX" sz="1800">
                <a:solidFill>
                  <a:schemeClr val="bg1"/>
                </a:solidFill>
              </a:rPr>
              <a:t>Carrera: Ingeniería en Informática</a:t>
            </a:r>
          </a:p>
          <a:p>
            <a:pPr algn="l">
              <a:lnSpc>
                <a:spcPct val="90000"/>
              </a:lnSpc>
            </a:pPr>
            <a:r>
              <a:rPr lang="es-MX" sz="1800">
                <a:solidFill>
                  <a:schemeClr val="bg1"/>
                </a:solidFill>
              </a:rPr>
              <a:t>Asignatura: Capstone</a:t>
            </a:r>
          </a:p>
          <a:p>
            <a:pPr algn="l">
              <a:lnSpc>
                <a:spcPct val="90000"/>
              </a:lnSpc>
            </a:pPr>
            <a:r>
              <a:rPr lang="es-MX" sz="1800">
                <a:solidFill>
                  <a:schemeClr val="bg1"/>
                </a:solidFill>
              </a:rPr>
              <a:t>Metodología: Scrum</a:t>
            </a:r>
          </a:p>
          <a:p>
            <a:pPr algn="l">
              <a:lnSpc>
                <a:spcPct val="90000"/>
              </a:lnSpc>
            </a:pPr>
            <a:endParaRPr lang="es-MX" sz="1800">
              <a:solidFill>
                <a:schemeClr val="bg1"/>
              </a:solidFill>
            </a:endParaRPr>
          </a:p>
          <a:p>
            <a:pPr algn="l">
              <a:lnSpc>
                <a:spcPct val="90000"/>
              </a:lnSpc>
            </a:pPr>
            <a:r>
              <a:rPr lang="es-MX" sz="1800">
                <a:solidFill>
                  <a:schemeClr val="bg1"/>
                </a:solidFill>
              </a:rPr>
              <a:t>Mathieu Guajardo – Nicolás – Darien</a:t>
            </a:r>
          </a:p>
          <a:p>
            <a:pPr algn="l">
              <a:lnSpc>
                <a:spcPct val="90000"/>
              </a:lnSpc>
            </a:pPr>
            <a:r>
              <a:rPr lang="es-MX" sz="1800">
                <a:solidFill>
                  <a:schemeClr val="bg1"/>
                </a:solidFill>
              </a:rPr>
              <a:t>Duoc 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Contexto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CF4BABC-7B1D-A707-458F-707D75F1C31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503948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Problema Identificado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AF8238-6CAE-CEEB-F3D8-5B6128F04E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0195948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Objetivo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55017D-D324-91E7-8433-46B00B0C07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4626187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Alcance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4FFC985-EFD4-8A40-C03A-1ADA9D29FC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057020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Metodología de Trabajo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51AD64-10BC-3F00-0608-1F421360F63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561662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92FEB64-6EEA-4759-B4A4-BD2C1E66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544" y="847600"/>
            <a:ext cx="3464954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1958" y="1233241"/>
            <a:ext cx="2430380" cy="4064628"/>
          </a:xfrm>
        </p:spPr>
        <p:txBody>
          <a:bodyPr>
            <a:normAutofit/>
          </a:bodyPr>
          <a:lstStyle/>
          <a:p>
            <a:r>
              <a:rPr lang="es-MX">
                <a:solidFill>
                  <a:srgbClr val="FFFFFF"/>
                </a:solidFill>
              </a:rPr>
              <a:t>Roles Scrum</a:t>
            </a: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-1"/>
            <a:ext cx="130305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936831"/>
            <a:ext cx="119805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0" y="820880"/>
            <a:ext cx="3943349" cy="4889350"/>
          </a:xfrm>
        </p:spPr>
        <p:txBody>
          <a:bodyPr anchor="t">
            <a:normAutofit/>
          </a:bodyPr>
          <a:lstStyle/>
          <a:p>
            <a:r>
              <a:t>Scrum Master:</a:t>
            </a:r>
          </a:p>
          <a:p>
            <a:r>
              <a:t>Mathieu Guajardo</a:t>
            </a:r>
          </a:p>
          <a:p>
            <a:endParaRPr/>
          </a:p>
          <a:p>
            <a:r>
              <a:t>Equipo Scrum:</a:t>
            </a:r>
          </a:p>
          <a:p>
            <a:r>
              <a:t>Nicolás</a:t>
            </a:r>
          </a:p>
          <a:p>
            <a:r>
              <a:t>Darien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835649"/>
            <a:ext cx="1161135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53792" y="5717905"/>
            <a:ext cx="1328706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6258755"/>
            <a:ext cx="1174455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Planificación Inicial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C4933FA-4604-9DD8-EFF6-DB3DB5120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4697253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s-MX" sz="3500">
                <a:solidFill>
                  <a:srgbClr val="FFFFFF"/>
                </a:solidFill>
              </a:rPr>
              <a:t>Estado del Proyecto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64D9699-B935-5CD2-9B04-5614FA9FB8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40887247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205</Words>
  <Application>Microsoft Office PowerPoint</Application>
  <PresentationFormat>Presentación en pantalla (4:3)</PresentationFormat>
  <Paragraphs>46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Inicio Proyecto APT – MiniMarket</vt:lpstr>
      <vt:lpstr>Contexto del Proyecto</vt:lpstr>
      <vt:lpstr>Problema Identificado</vt:lpstr>
      <vt:lpstr>Objetivo del Proyecto</vt:lpstr>
      <vt:lpstr>Alcance del Proyecto</vt:lpstr>
      <vt:lpstr>Metodología de Trabajo</vt:lpstr>
      <vt:lpstr>Roles Scrum</vt:lpstr>
      <vt:lpstr>Planificación Inicial</vt:lpstr>
      <vt:lpstr>Estado del Proyecto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mathieu guajardo</dc:creator>
  <cp:keywords/>
  <dc:description>generated using python-pptx</dc:description>
  <cp:lastModifiedBy>MATHIEU . GUAJARDO ARMIJO</cp:lastModifiedBy>
  <cp:revision>2</cp:revision>
  <dcterms:created xsi:type="dcterms:W3CDTF">2013-01-27T09:14:16Z</dcterms:created>
  <dcterms:modified xsi:type="dcterms:W3CDTF">2025-12-16T03:16:42Z</dcterms:modified>
  <cp:category/>
</cp:coreProperties>
</file>