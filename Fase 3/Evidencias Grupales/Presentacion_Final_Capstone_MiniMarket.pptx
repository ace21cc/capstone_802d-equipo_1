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sv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svg"/><Relationship Id="rId4" Type="http://schemas.openxmlformats.org/officeDocument/2006/relationships/image" Target="../media/image49.svg"/><Relationship Id="rId9" Type="http://schemas.openxmlformats.org/officeDocument/2006/relationships/image" Target="../media/image54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svg"/><Relationship Id="rId2" Type="http://schemas.openxmlformats.org/officeDocument/2006/relationships/image" Target="../media/image59.svg"/><Relationship Id="rId1" Type="http://schemas.openxmlformats.org/officeDocument/2006/relationships/image" Target="../media/image58.png"/><Relationship Id="rId6" Type="http://schemas.openxmlformats.org/officeDocument/2006/relationships/image" Target="../media/image63.sv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svg"/><Relationship Id="rId4" Type="http://schemas.openxmlformats.org/officeDocument/2006/relationships/image" Target="../media/image61.svg"/><Relationship Id="rId9" Type="http://schemas.openxmlformats.org/officeDocument/2006/relationships/image" Target="../media/image66.pn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73.svg"/><Relationship Id="rId5" Type="http://schemas.openxmlformats.org/officeDocument/2006/relationships/image" Target="../media/image72.png"/><Relationship Id="rId4" Type="http://schemas.openxmlformats.org/officeDocument/2006/relationships/image" Target="../media/image71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sv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svg"/><Relationship Id="rId1" Type="http://schemas.openxmlformats.org/officeDocument/2006/relationships/image" Target="../media/image76.png"/><Relationship Id="rId6" Type="http://schemas.openxmlformats.org/officeDocument/2006/relationships/image" Target="../media/image81.svg"/><Relationship Id="rId5" Type="http://schemas.openxmlformats.org/officeDocument/2006/relationships/image" Target="../media/image80.png"/><Relationship Id="rId4" Type="http://schemas.openxmlformats.org/officeDocument/2006/relationships/image" Target="../media/image79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svg"/><Relationship Id="rId1" Type="http://schemas.openxmlformats.org/officeDocument/2006/relationships/image" Target="../media/image84.png"/><Relationship Id="rId4" Type="http://schemas.openxmlformats.org/officeDocument/2006/relationships/image" Target="../media/image8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sv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svg"/><Relationship Id="rId4" Type="http://schemas.openxmlformats.org/officeDocument/2006/relationships/image" Target="../media/image49.svg"/><Relationship Id="rId9" Type="http://schemas.openxmlformats.org/officeDocument/2006/relationships/image" Target="../media/image54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svg"/><Relationship Id="rId2" Type="http://schemas.openxmlformats.org/officeDocument/2006/relationships/image" Target="../media/image59.svg"/><Relationship Id="rId1" Type="http://schemas.openxmlformats.org/officeDocument/2006/relationships/image" Target="../media/image58.png"/><Relationship Id="rId6" Type="http://schemas.openxmlformats.org/officeDocument/2006/relationships/image" Target="../media/image63.sv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svg"/><Relationship Id="rId4" Type="http://schemas.openxmlformats.org/officeDocument/2006/relationships/image" Target="../media/image61.svg"/><Relationship Id="rId9" Type="http://schemas.openxmlformats.org/officeDocument/2006/relationships/image" Target="../media/image66.pn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73.svg"/><Relationship Id="rId5" Type="http://schemas.openxmlformats.org/officeDocument/2006/relationships/image" Target="../media/image72.png"/><Relationship Id="rId4" Type="http://schemas.openxmlformats.org/officeDocument/2006/relationships/image" Target="../media/image71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sv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svg"/><Relationship Id="rId1" Type="http://schemas.openxmlformats.org/officeDocument/2006/relationships/image" Target="../media/image76.png"/><Relationship Id="rId6" Type="http://schemas.openxmlformats.org/officeDocument/2006/relationships/image" Target="../media/image81.svg"/><Relationship Id="rId5" Type="http://schemas.openxmlformats.org/officeDocument/2006/relationships/image" Target="../media/image80.png"/><Relationship Id="rId4" Type="http://schemas.openxmlformats.org/officeDocument/2006/relationships/image" Target="../media/image79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svg"/><Relationship Id="rId1" Type="http://schemas.openxmlformats.org/officeDocument/2006/relationships/image" Target="../media/image84.png"/><Relationship Id="rId4" Type="http://schemas.openxmlformats.org/officeDocument/2006/relationships/image" Target="../media/image8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D95696-780C-4F36-986A-EA4E223302D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6ABB671-712E-4A7E-9B63-26B38DCB5C6E}">
      <dgm:prSet/>
      <dgm:spPr/>
      <dgm:t>
        <a:bodyPr/>
        <a:lstStyle/>
        <a:p>
          <a:r>
            <a:rPr lang="en-US"/>
            <a:t>Problema o dolor:</a:t>
          </a:r>
        </a:p>
      </dgm:t>
    </dgm:pt>
    <dgm:pt modelId="{945B6BB1-7619-469C-972C-4DFF5B0AEAE7}" type="parTrans" cxnId="{0C667A33-21CE-4DA5-96C8-B2416A3F5E3E}">
      <dgm:prSet/>
      <dgm:spPr/>
      <dgm:t>
        <a:bodyPr/>
        <a:lstStyle/>
        <a:p>
          <a:endParaRPr lang="en-US"/>
        </a:p>
      </dgm:t>
    </dgm:pt>
    <dgm:pt modelId="{734A868B-B0E0-4D64-9300-F1BCA2E9B40B}" type="sibTrans" cxnId="{0C667A33-21CE-4DA5-96C8-B2416A3F5E3E}">
      <dgm:prSet/>
      <dgm:spPr/>
      <dgm:t>
        <a:bodyPr/>
        <a:lstStyle/>
        <a:p>
          <a:endParaRPr lang="en-US"/>
        </a:p>
      </dgm:t>
    </dgm:pt>
    <dgm:pt modelId="{93AC6CCB-89DD-4B93-8BA6-E678EDAB32AB}">
      <dgm:prSet/>
      <dgm:spPr/>
      <dgm:t>
        <a:bodyPr/>
        <a:lstStyle/>
        <a:p>
          <a:r>
            <a:rPr lang="en-US"/>
            <a:t>Los minimarkets realizan procesos manuales de ventas y control de stock, generando errores y dificultades en la gestión.</a:t>
          </a:r>
        </a:p>
      </dgm:t>
    </dgm:pt>
    <dgm:pt modelId="{DABFF2DE-6BE1-46EA-B0CD-953A57949943}" type="parTrans" cxnId="{D481045E-302B-49D7-8351-B530669A622D}">
      <dgm:prSet/>
      <dgm:spPr/>
      <dgm:t>
        <a:bodyPr/>
        <a:lstStyle/>
        <a:p>
          <a:endParaRPr lang="en-US"/>
        </a:p>
      </dgm:t>
    </dgm:pt>
    <dgm:pt modelId="{5FF6561E-74D7-42E7-BC22-A11359D80C14}" type="sibTrans" cxnId="{D481045E-302B-49D7-8351-B530669A622D}">
      <dgm:prSet/>
      <dgm:spPr/>
      <dgm:t>
        <a:bodyPr/>
        <a:lstStyle/>
        <a:p>
          <a:endParaRPr lang="en-US"/>
        </a:p>
      </dgm:t>
    </dgm:pt>
    <dgm:pt modelId="{47E69873-A225-4C2A-AFB3-32B0EB3CF941}">
      <dgm:prSet/>
      <dgm:spPr/>
      <dgm:t>
        <a:bodyPr/>
        <a:lstStyle/>
        <a:p>
          <a:r>
            <a:rPr lang="en-US"/>
            <a:t>Propuesta de solución:</a:t>
          </a:r>
        </a:p>
      </dgm:t>
    </dgm:pt>
    <dgm:pt modelId="{5EF77433-DFC6-4CC3-AD89-2FAFD6BD4F5D}" type="parTrans" cxnId="{62C6CD61-482C-42EE-8CA9-88B4D15BAD13}">
      <dgm:prSet/>
      <dgm:spPr/>
      <dgm:t>
        <a:bodyPr/>
        <a:lstStyle/>
        <a:p>
          <a:endParaRPr lang="en-US"/>
        </a:p>
      </dgm:t>
    </dgm:pt>
    <dgm:pt modelId="{9C1B42A7-0C70-4B5B-B44E-E68331E36202}" type="sibTrans" cxnId="{62C6CD61-482C-42EE-8CA9-88B4D15BAD13}">
      <dgm:prSet/>
      <dgm:spPr/>
      <dgm:t>
        <a:bodyPr/>
        <a:lstStyle/>
        <a:p>
          <a:endParaRPr lang="en-US"/>
        </a:p>
      </dgm:t>
    </dgm:pt>
    <dgm:pt modelId="{37147546-2CF6-499A-9D7F-1CE0CCF99AC3}">
      <dgm:prSet/>
      <dgm:spPr/>
      <dgm:t>
        <a:bodyPr/>
        <a:lstStyle/>
        <a:p>
          <a:r>
            <a:rPr lang="en-US"/>
            <a:t>Desarrollo de un sistema de escritorio que permita gestionar ventas, productos, stock y reportes.</a:t>
          </a:r>
        </a:p>
      </dgm:t>
    </dgm:pt>
    <dgm:pt modelId="{6C2FA4D3-15F7-4C61-90B5-855F15BFCAB1}" type="parTrans" cxnId="{1260A3CA-DFB5-4D1F-996B-B64790CF4087}">
      <dgm:prSet/>
      <dgm:spPr/>
      <dgm:t>
        <a:bodyPr/>
        <a:lstStyle/>
        <a:p>
          <a:endParaRPr lang="en-US"/>
        </a:p>
      </dgm:t>
    </dgm:pt>
    <dgm:pt modelId="{4E32E1EC-15AA-4164-BF96-75405D501067}" type="sibTrans" cxnId="{1260A3CA-DFB5-4D1F-996B-B64790CF4087}">
      <dgm:prSet/>
      <dgm:spPr/>
      <dgm:t>
        <a:bodyPr/>
        <a:lstStyle/>
        <a:p>
          <a:endParaRPr lang="en-US"/>
        </a:p>
      </dgm:t>
    </dgm:pt>
    <dgm:pt modelId="{0E4B071C-4C17-452A-BD6C-93790D5F55D3}" type="pres">
      <dgm:prSet presAssocID="{E6D95696-780C-4F36-986A-EA4E223302DE}" presName="root" presStyleCnt="0">
        <dgm:presLayoutVars>
          <dgm:dir/>
          <dgm:resizeHandles val="exact"/>
        </dgm:presLayoutVars>
      </dgm:prSet>
      <dgm:spPr/>
    </dgm:pt>
    <dgm:pt modelId="{BB9B4C01-0A92-4AC1-AA17-62E3F8A50E0E}" type="pres">
      <dgm:prSet presAssocID="{D6ABB671-712E-4A7E-9B63-26B38DCB5C6E}" presName="compNode" presStyleCnt="0"/>
      <dgm:spPr/>
    </dgm:pt>
    <dgm:pt modelId="{44B34AD7-7C66-4589-B2ED-E7C000F3EDFB}" type="pres">
      <dgm:prSet presAssocID="{D6ABB671-712E-4A7E-9B63-26B38DCB5C6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ying Face with No Fill"/>
        </a:ext>
      </dgm:extLst>
    </dgm:pt>
    <dgm:pt modelId="{C0F3F780-E858-4025-88B4-D069FBEDEE3B}" type="pres">
      <dgm:prSet presAssocID="{D6ABB671-712E-4A7E-9B63-26B38DCB5C6E}" presName="spaceRect" presStyleCnt="0"/>
      <dgm:spPr/>
    </dgm:pt>
    <dgm:pt modelId="{8269DA81-4723-4489-B27D-E3156E7A001B}" type="pres">
      <dgm:prSet presAssocID="{D6ABB671-712E-4A7E-9B63-26B38DCB5C6E}" presName="textRect" presStyleLbl="revTx" presStyleIdx="0" presStyleCnt="4">
        <dgm:presLayoutVars>
          <dgm:chMax val="1"/>
          <dgm:chPref val="1"/>
        </dgm:presLayoutVars>
      </dgm:prSet>
      <dgm:spPr/>
    </dgm:pt>
    <dgm:pt modelId="{3003ACA3-6A11-4CAF-99B7-648FBE131715}" type="pres">
      <dgm:prSet presAssocID="{734A868B-B0E0-4D64-9300-F1BCA2E9B40B}" presName="sibTrans" presStyleCnt="0"/>
      <dgm:spPr/>
    </dgm:pt>
    <dgm:pt modelId="{22A3566B-E8F3-454F-8848-1D98AF218454}" type="pres">
      <dgm:prSet presAssocID="{93AC6CCB-89DD-4B93-8BA6-E678EDAB32AB}" presName="compNode" presStyleCnt="0"/>
      <dgm:spPr/>
    </dgm:pt>
    <dgm:pt modelId="{2EB1942D-1F18-4589-A024-75608233B142}" type="pres">
      <dgm:prSet presAssocID="{93AC6CCB-89DD-4B93-8BA6-E678EDAB32A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encia"/>
        </a:ext>
      </dgm:extLst>
    </dgm:pt>
    <dgm:pt modelId="{3727DC95-D289-4153-AED8-B16B0C64E70B}" type="pres">
      <dgm:prSet presAssocID="{93AC6CCB-89DD-4B93-8BA6-E678EDAB32AB}" presName="spaceRect" presStyleCnt="0"/>
      <dgm:spPr/>
    </dgm:pt>
    <dgm:pt modelId="{4A6AFF14-E8B8-4B06-BB43-4D4F984C3742}" type="pres">
      <dgm:prSet presAssocID="{93AC6CCB-89DD-4B93-8BA6-E678EDAB32AB}" presName="textRect" presStyleLbl="revTx" presStyleIdx="1" presStyleCnt="4">
        <dgm:presLayoutVars>
          <dgm:chMax val="1"/>
          <dgm:chPref val="1"/>
        </dgm:presLayoutVars>
      </dgm:prSet>
      <dgm:spPr/>
    </dgm:pt>
    <dgm:pt modelId="{B5F1562C-6EB7-46CB-983B-2F61A65D802C}" type="pres">
      <dgm:prSet presAssocID="{5FF6561E-74D7-42E7-BC22-A11359D80C14}" presName="sibTrans" presStyleCnt="0"/>
      <dgm:spPr/>
    </dgm:pt>
    <dgm:pt modelId="{BA4748AA-0B3B-4E3D-9334-C70D083ECBB3}" type="pres">
      <dgm:prSet presAssocID="{47E69873-A225-4C2A-AFB3-32B0EB3CF941}" presName="compNode" presStyleCnt="0"/>
      <dgm:spPr/>
    </dgm:pt>
    <dgm:pt modelId="{8337A181-89F4-48F2-9CDF-402EAF75444C}" type="pres">
      <dgm:prSet presAssocID="{47E69873-A225-4C2A-AFB3-32B0EB3CF94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A2251BD4-D25D-49C4-B016-F73F5727A4D9}" type="pres">
      <dgm:prSet presAssocID="{47E69873-A225-4C2A-AFB3-32B0EB3CF941}" presName="spaceRect" presStyleCnt="0"/>
      <dgm:spPr/>
    </dgm:pt>
    <dgm:pt modelId="{205B1048-BB99-46AC-BDB3-387F9A18FEF9}" type="pres">
      <dgm:prSet presAssocID="{47E69873-A225-4C2A-AFB3-32B0EB3CF941}" presName="textRect" presStyleLbl="revTx" presStyleIdx="2" presStyleCnt="4">
        <dgm:presLayoutVars>
          <dgm:chMax val="1"/>
          <dgm:chPref val="1"/>
        </dgm:presLayoutVars>
      </dgm:prSet>
      <dgm:spPr/>
    </dgm:pt>
    <dgm:pt modelId="{DFA021DB-3859-4DB3-A011-2A8D450B0190}" type="pres">
      <dgm:prSet presAssocID="{9C1B42A7-0C70-4B5B-B44E-E68331E36202}" presName="sibTrans" presStyleCnt="0"/>
      <dgm:spPr/>
    </dgm:pt>
    <dgm:pt modelId="{946D4259-60D3-41DA-85BB-0ABC5A7D4E94}" type="pres">
      <dgm:prSet presAssocID="{37147546-2CF6-499A-9D7F-1CE0CCF99AC3}" presName="compNode" presStyleCnt="0"/>
      <dgm:spPr/>
    </dgm:pt>
    <dgm:pt modelId="{6F12379F-9D89-4642-BD68-C66180DFB7AA}" type="pres">
      <dgm:prSet presAssocID="{37147546-2CF6-499A-9D7F-1CE0CCF99AC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115454A0-C76B-4575-ABB3-D676375797A8}" type="pres">
      <dgm:prSet presAssocID="{37147546-2CF6-499A-9D7F-1CE0CCF99AC3}" presName="spaceRect" presStyleCnt="0"/>
      <dgm:spPr/>
    </dgm:pt>
    <dgm:pt modelId="{38AC4E54-B15B-45D6-8463-061614293A1B}" type="pres">
      <dgm:prSet presAssocID="{37147546-2CF6-499A-9D7F-1CE0CCF99AC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4873123-C526-419C-A74A-0454F843BB35}" type="presOf" srcId="{47E69873-A225-4C2A-AFB3-32B0EB3CF941}" destId="{205B1048-BB99-46AC-BDB3-387F9A18FEF9}" srcOrd="0" destOrd="0" presId="urn:microsoft.com/office/officeart/2018/2/layout/IconLabelList"/>
    <dgm:cxn modelId="{0C667A33-21CE-4DA5-96C8-B2416A3F5E3E}" srcId="{E6D95696-780C-4F36-986A-EA4E223302DE}" destId="{D6ABB671-712E-4A7E-9B63-26B38DCB5C6E}" srcOrd="0" destOrd="0" parTransId="{945B6BB1-7619-469C-972C-4DFF5B0AEAE7}" sibTransId="{734A868B-B0E0-4D64-9300-F1BCA2E9B40B}"/>
    <dgm:cxn modelId="{D481045E-302B-49D7-8351-B530669A622D}" srcId="{E6D95696-780C-4F36-986A-EA4E223302DE}" destId="{93AC6CCB-89DD-4B93-8BA6-E678EDAB32AB}" srcOrd="1" destOrd="0" parTransId="{DABFF2DE-6BE1-46EA-B0CD-953A57949943}" sibTransId="{5FF6561E-74D7-42E7-BC22-A11359D80C14}"/>
    <dgm:cxn modelId="{62C6CD61-482C-42EE-8CA9-88B4D15BAD13}" srcId="{E6D95696-780C-4F36-986A-EA4E223302DE}" destId="{47E69873-A225-4C2A-AFB3-32B0EB3CF941}" srcOrd="2" destOrd="0" parTransId="{5EF77433-DFC6-4CC3-AD89-2FAFD6BD4F5D}" sibTransId="{9C1B42A7-0C70-4B5B-B44E-E68331E36202}"/>
    <dgm:cxn modelId="{2D84D87F-F202-4C0C-A43B-93433E0333C1}" type="presOf" srcId="{37147546-2CF6-499A-9D7F-1CE0CCF99AC3}" destId="{38AC4E54-B15B-45D6-8463-061614293A1B}" srcOrd="0" destOrd="0" presId="urn:microsoft.com/office/officeart/2018/2/layout/IconLabelList"/>
    <dgm:cxn modelId="{77FDF282-AAD9-4C85-82A9-60766FD26E61}" type="presOf" srcId="{93AC6CCB-89DD-4B93-8BA6-E678EDAB32AB}" destId="{4A6AFF14-E8B8-4B06-BB43-4D4F984C3742}" srcOrd="0" destOrd="0" presId="urn:microsoft.com/office/officeart/2018/2/layout/IconLabelList"/>
    <dgm:cxn modelId="{1260A3CA-DFB5-4D1F-996B-B64790CF4087}" srcId="{E6D95696-780C-4F36-986A-EA4E223302DE}" destId="{37147546-2CF6-499A-9D7F-1CE0CCF99AC3}" srcOrd="3" destOrd="0" parTransId="{6C2FA4D3-15F7-4C61-90B5-855F15BFCAB1}" sibTransId="{4E32E1EC-15AA-4164-BF96-75405D501067}"/>
    <dgm:cxn modelId="{2DC91AE6-39A1-4EB3-8711-E66EEDA1C000}" type="presOf" srcId="{D6ABB671-712E-4A7E-9B63-26B38DCB5C6E}" destId="{8269DA81-4723-4489-B27D-E3156E7A001B}" srcOrd="0" destOrd="0" presId="urn:microsoft.com/office/officeart/2018/2/layout/IconLabelList"/>
    <dgm:cxn modelId="{F98C03FE-B79B-482B-8F66-CF7DF42200F8}" type="presOf" srcId="{E6D95696-780C-4F36-986A-EA4E223302DE}" destId="{0E4B071C-4C17-452A-BD6C-93790D5F55D3}" srcOrd="0" destOrd="0" presId="urn:microsoft.com/office/officeart/2018/2/layout/IconLabelList"/>
    <dgm:cxn modelId="{595F1052-A626-499A-A647-8620DC59164C}" type="presParOf" srcId="{0E4B071C-4C17-452A-BD6C-93790D5F55D3}" destId="{BB9B4C01-0A92-4AC1-AA17-62E3F8A50E0E}" srcOrd="0" destOrd="0" presId="urn:microsoft.com/office/officeart/2018/2/layout/IconLabelList"/>
    <dgm:cxn modelId="{E26100FC-AA9C-4E7A-BD06-3EBA6FC2C618}" type="presParOf" srcId="{BB9B4C01-0A92-4AC1-AA17-62E3F8A50E0E}" destId="{44B34AD7-7C66-4589-B2ED-E7C000F3EDFB}" srcOrd="0" destOrd="0" presId="urn:microsoft.com/office/officeart/2018/2/layout/IconLabelList"/>
    <dgm:cxn modelId="{FF4F22F5-0232-40A7-B73A-0405E66C2A9B}" type="presParOf" srcId="{BB9B4C01-0A92-4AC1-AA17-62E3F8A50E0E}" destId="{C0F3F780-E858-4025-88B4-D069FBEDEE3B}" srcOrd="1" destOrd="0" presId="urn:microsoft.com/office/officeart/2018/2/layout/IconLabelList"/>
    <dgm:cxn modelId="{8E2019A0-8D27-4D4E-BD3D-D5A3F7ECBFB0}" type="presParOf" srcId="{BB9B4C01-0A92-4AC1-AA17-62E3F8A50E0E}" destId="{8269DA81-4723-4489-B27D-E3156E7A001B}" srcOrd="2" destOrd="0" presId="urn:microsoft.com/office/officeart/2018/2/layout/IconLabelList"/>
    <dgm:cxn modelId="{99035075-E031-4F7D-B21C-0000898867D1}" type="presParOf" srcId="{0E4B071C-4C17-452A-BD6C-93790D5F55D3}" destId="{3003ACA3-6A11-4CAF-99B7-648FBE131715}" srcOrd="1" destOrd="0" presId="urn:microsoft.com/office/officeart/2018/2/layout/IconLabelList"/>
    <dgm:cxn modelId="{3DAD2C54-8F1C-49A9-AF71-CE4E9E02635C}" type="presParOf" srcId="{0E4B071C-4C17-452A-BD6C-93790D5F55D3}" destId="{22A3566B-E8F3-454F-8848-1D98AF218454}" srcOrd="2" destOrd="0" presId="urn:microsoft.com/office/officeart/2018/2/layout/IconLabelList"/>
    <dgm:cxn modelId="{76B3EB15-CBDD-445D-8CD1-85DCBBDB28B5}" type="presParOf" srcId="{22A3566B-E8F3-454F-8848-1D98AF218454}" destId="{2EB1942D-1F18-4589-A024-75608233B142}" srcOrd="0" destOrd="0" presId="urn:microsoft.com/office/officeart/2018/2/layout/IconLabelList"/>
    <dgm:cxn modelId="{D7394012-90B3-487D-8877-E1C553E9A96E}" type="presParOf" srcId="{22A3566B-E8F3-454F-8848-1D98AF218454}" destId="{3727DC95-D289-4153-AED8-B16B0C64E70B}" srcOrd="1" destOrd="0" presId="urn:microsoft.com/office/officeart/2018/2/layout/IconLabelList"/>
    <dgm:cxn modelId="{FDF73C72-C580-447F-9160-B89B9112EE6F}" type="presParOf" srcId="{22A3566B-E8F3-454F-8848-1D98AF218454}" destId="{4A6AFF14-E8B8-4B06-BB43-4D4F984C3742}" srcOrd="2" destOrd="0" presId="urn:microsoft.com/office/officeart/2018/2/layout/IconLabelList"/>
    <dgm:cxn modelId="{7263955C-9BEE-4E36-968D-0A05B6AAE279}" type="presParOf" srcId="{0E4B071C-4C17-452A-BD6C-93790D5F55D3}" destId="{B5F1562C-6EB7-46CB-983B-2F61A65D802C}" srcOrd="3" destOrd="0" presId="urn:microsoft.com/office/officeart/2018/2/layout/IconLabelList"/>
    <dgm:cxn modelId="{E7CCE8BA-F718-415E-8406-3FF2E719C2E9}" type="presParOf" srcId="{0E4B071C-4C17-452A-BD6C-93790D5F55D3}" destId="{BA4748AA-0B3B-4E3D-9334-C70D083ECBB3}" srcOrd="4" destOrd="0" presId="urn:microsoft.com/office/officeart/2018/2/layout/IconLabelList"/>
    <dgm:cxn modelId="{300CFAED-1AD7-42B5-9918-2ED6AA097BD2}" type="presParOf" srcId="{BA4748AA-0B3B-4E3D-9334-C70D083ECBB3}" destId="{8337A181-89F4-48F2-9CDF-402EAF75444C}" srcOrd="0" destOrd="0" presId="urn:microsoft.com/office/officeart/2018/2/layout/IconLabelList"/>
    <dgm:cxn modelId="{050FC022-0A2C-4696-A5F9-9C5426303AB8}" type="presParOf" srcId="{BA4748AA-0B3B-4E3D-9334-C70D083ECBB3}" destId="{A2251BD4-D25D-49C4-B016-F73F5727A4D9}" srcOrd="1" destOrd="0" presId="urn:microsoft.com/office/officeart/2018/2/layout/IconLabelList"/>
    <dgm:cxn modelId="{9CCBEBD1-3041-42C6-87E0-CC95FEDF475D}" type="presParOf" srcId="{BA4748AA-0B3B-4E3D-9334-C70D083ECBB3}" destId="{205B1048-BB99-46AC-BDB3-387F9A18FEF9}" srcOrd="2" destOrd="0" presId="urn:microsoft.com/office/officeart/2018/2/layout/IconLabelList"/>
    <dgm:cxn modelId="{62E74F83-2835-46C2-ABC9-33AECBFCDDCB}" type="presParOf" srcId="{0E4B071C-4C17-452A-BD6C-93790D5F55D3}" destId="{DFA021DB-3859-4DB3-A011-2A8D450B0190}" srcOrd="5" destOrd="0" presId="urn:microsoft.com/office/officeart/2018/2/layout/IconLabelList"/>
    <dgm:cxn modelId="{97248643-598C-4BB3-A5D2-6AC7481B75E2}" type="presParOf" srcId="{0E4B071C-4C17-452A-BD6C-93790D5F55D3}" destId="{946D4259-60D3-41DA-85BB-0ABC5A7D4E94}" srcOrd="6" destOrd="0" presId="urn:microsoft.com/office/officeart/2018/2/layout/IconLabelList"/>
    <dgm:cxn modelId="{A44ADC2E-20C9-4CC4-95C6-F818C43A7C32}" type="presParOf" srcId="{946D4259-60D3-41DA-85BB-0ABC5A7D4E94}" destId="{6F12379F-9D89-4642-BD68-C66180DFB7AA}" srcOrd="0" destOrd="0" presId="urn:microsoft.com/office/officeart/2018/2/layout/IconLabelList"/>
    <dgm:cxn modelId="{F680DBE9-220F-4FBA-8636-6E8A2B0B54B6}" type="presParOf" srcId="{946D4259-60D3-41DA-85BB-0ABC5A7D4E94}" destId="{115454A0-C76B-4575-ABB3-D676375797A8}" srcOrd="1" destOrd="0" presId="urn:microsoft.com/office/officeart/2018/2/layout/IconLabelList"/>
    <dgm:cxn modelId="{EB1EE71B-B646-4B12-B7C3-B2F7B361D0F7}" type="presParOf" srcId="{946D4259-60D3-41DA-85BB-0ABC5A7D4E94}" destId="{38AC4E54-B15B-45D6-8463-061614293A1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B4FF09-C7E4-4915-A749-A5F5D8A445D8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7DB73FC-C24F-4D99-938B-6C6A8DC1B29C}">
      <dgm:prSet/>
      <dgm:spPr/>
      <dgm:t>
        <a:bodyPr/>
        <a:lstStyle/>
        <a:p>
          <a:r>
            <a:rPr lang="en-US"/>
            <a:t>Objetivo General:</a:t>
          </a:r>
        </a:p>
      </dgm:t>
    </dgm:pt>
    <dgm:pt modelId="{858440A8-0E7D-4CDB-A6A1-2CAC5C7638E1}" type="parTrans" cxnId="{42EEFA73-F8E5-481A-A681-F26D58B00F97}">
      <dgm:prSet/>
      <dgm:spPr/>
      <dgm:t>
        <a:bodyPr/>
        <a:lstStyle/>
        <a:p>
          <a:endParaRPr lang="en-US"/>
        </a:p>
      </dgm:t>
    </dgm:pt>
    <dgm:pt modelId="{64949C6C-C8C7-441B-9394-75658F7AE25E}" type="sibTrans" cxnId="{42EEFA73-F8E5-481A-A681-F26D58B00F97}">
      <dgm:prSet/>
      <dgm:spPr/>
      <dgm:t>
        <a:bodyPr/>
        <a:lstStyle/>
        <a:p>
          <a:endParaRPr lang="en-US"/>
        </a:p>
      </dgm:t>
    </dgm:pt>
    <dgm:pt modelId="{6A5542AA-CFCA-4EAC-A31C-003D082E9EF8}">
      <dgm:prSet/>
      <dgm:spPr/>
      <dgm:t>
        <a:bodyPr/>
        <a:lstStyle/>
        <a:p>
          <a:r>
            <a:rPr lang="en-US"/>
            <a:t>Desarrollar un sistema de gestión para un minimarket.</a:t>
          </a:r>
        </a:p>
      </dgm:t>
    </dgm:pt>
    <dgm:pt modelId="{7541A0E4-169F-4054-A30E-2E4B1B784E84}" type="parTrans" cxnId="{DA004049-1221-448B-82CD-6D427C89AFB5}">
      <dgm:prSet/>
      <dgm:spPr/>
      <dgm:t>
        <a:bodyPr/>
        <a:lstStyle/>
        <a:p>
          <a:endParaRPr lang="en-US"/>
        </a:p>
      </dgm:t>
    </dgm:pt>
    <dgm:pt modelId="{3C38DE91-D2CA-4483-886B-FC1CFF323A51}" type="sibTrans" cxnId="{DA004049-1221-448B-82CD-6D427C89AFB5}">
      <dgm:prSet/>
      <dgm:spPr/>
      <dgm:t>
        <a:bodyPr/>
        <a:lstStyle/>
        <a:p>
          <a:endParaRPr lang="en-US"/>
        </a:p>
      </dgm:t>
    </dgm:pt>
    <dgm:pt modelId="{A2A836AD-4417-4A66-B614-02DF16B73DCB}">
      <dgm:prSet/>
      <dgm:spPr/>
      <dgm:t>
        <a:bodyPr/>
        <a:lstStyle/>
        <a:p>
          <a:r>
            <a:rPr lang="en-US"/>
            <a:t>Objetivos Específicos:</a:t>
          </a:r>
        </a:p>
      </dgm:t>
    </dgm:pt>
    <dgm:pt modelId="{FC1FC7D6-46C1-45D1-A24D-B46AF11BAB53}" type="parTrans" cxnId="{9C060EBA-0D08-47FE-A203-74B3B4BEF549}">
      <dgm:prSet/>
      <dgm:spPr/>
      <dgm:t>
        <a:bodyPr/>
        <a:lstStyle/>
        <a:p>
          <a:endParaRPr lang="en-US"/>
        </a:p>
      </dgm:t>
    </dgm:pt>
    <dgm:pt modelId="{7873091B-9FCA-459C-9803-5F9F2B191DF8}" type="sibTrans" cxnId="{9C060EBA-0D08-47FE-A203-74B3B4BEF549}">
      <dgm:prSet/>
      <dgm:spPr/>
      <dgm:t>
        <a:bodyPr/>
        <a:lstStyle/>
        <a:p>
          <a:endParaRPr lang="en-US"/>
        </a:p>
      </dgm:t>
    </dgm:pt>
    <dgm:pt modelId="{6D93235C-E9C1-4DA6-B7A8-6506C4C85986}">
      <dgm:prSet/>
      <dgm:spPr/>
      <dgm:t>
        <a:bodyPr/>
        <a:lstStyle/>
        <a:p>
          <a:r>
            <a:rPr lang="en-US"/>
            <a:t>• Gestionar productos y stock</a:t>
          </a:r>
        </a:p>
      </dgm:t>
    </dgm:pt>
    <dgm:pt modelId="{569437A6-38AE-4D23-A4A5-3E15E5D6B61C}" type="parTrans" cxnId="{976AB2DE-BB78-411F-A33C-43D719D70166}">
      <dgm:prSet/>
      <dgm:spPr/>
      <dgm:t>
        <a:bodyPr/>
        <a:lstStyle/>
        <a:p>
          <a:endParaRPr lang="en-US"/>
        </a:p>
      </dgm:t>
    </dgm:pt>
    <dgm:pt modelId="{FA221526-A512-4545-A265-14B37D6C7DFE}" type="sibTrans" cxnId="{976AB2DE-BB78-411F-A33C-43D719D70166}">
      <dgm:prSet/>
      <dgm:spPr/>
      <dgm:t>
        <a:bodyPr/>
        <a:lstStyle/>
        <a:p>
          <a:endParaRPr lang="en-US"/>
        </a:p>
      </dgm:t>
    </dgm:pt>
    <dgm:pt modelId="{F4D149D1-811D-40E1-B32A-A333A2F98C80}">
      <dgm:prSet/>
      <dgm:spPr/>
      <dgm:t>
        <a:bodyPr/>
        <a:lstStyle/>
        <a:p>
          <a:r>
            <a:rPr lang="en-US"/>
            <a:t>• Registrar ventas</a:t>
          </a:r>
        </a:p>
      </dgm:t>
    </dgm:pt>
    <dgm:pt modelId="{A5C996AF-02EE-4363-AF11-86D7449E6A9F}" type="parTrans" cxnId="{33F40828-AC41-4593-907C-B6EC949322AF}">
      <dgm:prSet/>
      <dgm:spPr/>
      <dgm:t>
        <a:bodyPr/>
        <a:lstStyle/>
        <a:p>
          <a:endParaRPr lang="en-US"/>
        </a:p>
      </dgm:t>
    </dgm:pt>
    <dgm:pt modelId="{A33DD64E-9244-4FF2-B494-A0DF926AB2D2}" type="sibTrans" cxnId="{33F40828-AC41-4593-907C-B6EC949322AF}">
      <dgm:prSet/>
      <dgm:spPr/>
      <dgm:t>
        <a:bodyPr/>
        <a:lstStyle/>
        <a:p>
          <a:endParaRPr lang="en-US"/>
        </a:p>
      </dgm:t>
    </dgm:pt>
    <dgm:pt modelId="{9B31052E-E2E7-4573-B7A8-5A89805BAC6E}">
      <dgm:prSet/>
      <dgm:spPr/>
      <dgm:t>
        <a:bodyPr/>
        <a:lstStyle/>
        <a:p>
          <a:r>
            <a:rPr lang="en-US"/>
            <a:t>• Controlar clientes fiados</a:t>
          </a:r>
        </a:p>
      </dgm:t>
    </dgm:pt>
    <dgm:pt modelId="{0E00C7B1-E9B0-4642-ADEE-6CC2B9662C95}" type="parTrans" cxnId="{6E7901E4-A2AD-471F-BAFE-17246FCF7C2F}">
      <dgm:prSet/>
      <dgm:spPr/>
      <dgm:t>
        <a:bodyPr/>
        <a:lstStyle/>
        <a:p>
          <a:endParaRPr lang="en-US"/>
        </a:p>
      </dgm:t>
    </dgm:pt>
    <dgm:pt modelId="{BAF833B1-8D51-4605-9DAC-0B7CE62EFFA6}" type="sibTrans" cxnId="{6E7901E4-A2AD-471F-BAFE-17246FCF7C2F}">
      <dgm:prSet/>
      <dgm:spPr/>
      <dgm:t>
        <a:bodyPr/>
        <a:lstStyle/>
        <a:p>
          <a:endParaRPr lang="en-US"/>
        </a:p>
      </dgm:t>
    </dgm:pt>
    <dgm:pt modelId="{7FD647C4-B9DF-40D0-ADB2-34546652FA8D}">
      <dgm:prSet/>
      <dgm:spPr/>
      <dgm:t>
        <a:bodyPr/>
        <a:lstStyle/>
        <a:p>
          <a:r>
            <a:rPr lang="en-US"/>
            <a:t>• Generar reportes</a:t>
          </a:r>
        </a:p>
      </dgm:t>
    </dgm:pt>
    <dgm:pt modelId="{61191929-8E33-4A68-9161-5ABE35E1ACAE}" type="parTrans" cxnId="{D500B8D2-D65F-424D-8446-6940E99556F0}">
      <dgm:prSet/>
      <dgm:spPr/>
      <dgm:t>
        <a:bodyPr/>
        <a:lstStyle/>
        <a:p>
          <a:endParaRPr lang="en-US"/>
        </a:p>
      </dgm:t>
    </dgm:pt>
    <dgm:pt modelId="{E22054F3-43C9-48E5-BB86-A1BAE1DDC2F7}" type="sibTrans" cxnId="{D500B8D2-D65F-424D-8446-6940E99556F0}">
      <dgm:prSet/>
      <dgm:spPr/>
      <dgm:t>
        <a:bodyPr/>
        <a:lstStyle/>
        <a:p>
          <a:endParaRPr lang="en-US"/>
        </a:p>
      </dgm:t>
    </dgm:pt>
    <dgm:pt modelId="{C0D79313-2CD6-49F9-B6EB-BCC4B892238F}" type="pres">
      <dgm:prSet presAssocID="{52B4FF09-C7E4-4915-A749-A5F5D8A445D8}" presName="diagram" presStyleCnt="0">
        <dgm:presLayoutVars>
          <dgm:dir/>
          <dgm:resizeHandles val="exact"/>
        </dgm:presLayoutVars>
      </dgm:prSet>
      <dgm:spPr/>
    </dgm:pt>
    <dgm:pt modelId="{B26F75F0-D2CE-4025-ADD8-8C1F1C957452}" type="pres">
      <dgm:prSet presAssocID="{37DB73FC-C24F-4D99-938B-6C6A8DC1B29C}" presName="node" presStyleLbl="node1" presStyleIdx="0" presStyleCnt="7">
        <dgm:presLayoutVars>
          <dgm:bulletEnabled val="1"/>
        </dgm:presLayoutVars>
      </dgm:prSet>
      <dgm:spPr/>
    </dgm:pt>
    <dgm:pt modelId="{EBFD7232-AC38-42BD-8E8A-FA4CB19CD17A}" type="pres">
      <dgm:prSet presAssocID="{64949C6C-C8C7-441B-9394-75658F7AE25E}" presName="sibTrans" presStyleCnt="0"/>
      <dgm:spPr/>
    </dgm:pt>
    <dgm:pt modelId="{1366092E-AA70-4391-BECB-8BCC2B3F33D5}" type="pres">
      <dgm:prSet presAssocID="{6A5542AA-CFCA-4EAC-A31C-003D082E9EF8}" presName="node" presStyleLbl="node1" presStyleIdx="1" presStyleCnt="7">
        <dgm:presLayoutVars>
          <dgm:bulletEnabled val="1"/>
        </dgm:presLayoutVars>
      </dgm:prSet>
      <dgm:spPr/>
    </dgm:pt>
    <dgm:pt modelId="{A25349B7-D288-424A-8F02-5CE075448A13}" type="pres">
      <dgm:prSet presAssocID="{3C38DE91-D2CA-4483-886B-FC1CFF323A51}" presName="sibTrans" presStyleCnt="0"/>
      <dgm:spPr/>
    </dgm:pt>
    <dgm:pt modelId="{53B57B5E-3E2E-48DE-83D4-5FF31E2A5F3E}" type="pres">
      <dgm:prSet presAssocID="{A2A836AD-4417-4A66-B614-02DF16B73DCB}" presName="node" presStyleLbl="node1" presStyleIdx="2" presStyleCnt="7">
        <dgm:presLayoutVars>
          <dgm:bulletEnabled val="1"/>
        </dgm:presLayoutVars>
      </dgm:prSet>
      <dgm:spPr/>
    </dgm:pt>
    <dgm:pt modelId="{83B2DCA2-E483-413D-A93C-2642A21BBAEF}" type="pres">
      <dgm:prSet presAssocID="{7873091B-9FCA-459C-9803-5F9F2B191DF8}" presName="sibTrans" presStyleCnt="0"/>
      <dgm:spPr/>
    </dgm:pt>
    <dgm:pt modelId="{4266509E-7243-4F77-AF73-D185A08DF78A}" type="pres">
      <dgm:prSet presAssocID="{6D93235C-E9C1-4DA6-B7A8-6506C4C85986}" presName="node" presStyleLbl="node1" presStyleIdx="3" presStyleCnt="7">
        <dgm:presLayoutVars>
          <dgm:bulletEnabled val="1"/>
        </dgm:presLayoutVars>
      </dgm:prSet>
      <dgm:spPr/>
    </dgm:pt>
    <dgm:pt modelId="{0ED9979B-E25D-44A7-919C-8AB40AD448A5}" type="pres">
      <dgm:prSet presAssocID="{FA221526-A512-4545-A265-14B37D6C7DFE}" presName="sibTrans" presStyleCnt="0"/>
      <dgm:spPr/>
    </dgm:pt>
    <dgm:pt modelId="{AC6C204C-F9C9-448B-9398-84242D0EAB7A}" type="pres">
      <dgm:prSet presAssocID="{F4D149D1-811D-40E1-B32A-A333A2F98C80}" presName="node" presStyleLbl="node1" presStyleIdx="4" presStyleCnt="7">
        <dgm:presLayoutVars>
          <dgm:bulletEnabled val="1"/>
        </dgm:presLayoutVars>
      </dgm:prSet>
      <dgm:spPr/>
    </dgm:pt>
    <dgm:pt modelId="{56E41244-686F-43F7-B926-6AAB83BFC331}" type="pres">
      <dgm:prSet presAssocID="{A33DD64E-9244-4FF2-B494-A0DF926AB2D2}" presName="sibTrans" presStyleCnt="0"/>
      <dgm:spPr/>
    </dgm:pt>
    <dgm:pt modelId="{782AD640-41C7-4439-9059-B09D33B49B0D}" type="pres">
      <dgm:prSet presAssocID="{9B31052E-E2E7-4573-B7A8-5A89805BAC6E}" presName="node" presStyleLbl="node1" presStyleIdx="5" presStyleCnt="7">
        <dgm:presLayoutVars>
          <dgm:bulletEnabled val="1"/>
        </dgm:presLayoutVars>
      </dgm:prSet>
      <dgm:spPr/>
    </dgm:pt>
    <dgm:pt modelId="{01377BC0-9D7F-4E58-868F-006C558C43C9}" type="pres">
      <dgm:prSet presAssocID="{BAF833B1-8D51-4605-9DAC-0B7CE62EFFA6}" presName="sibTrans" presStyleCnt="0"/>
      <dgm:spPr/>
    </dgm:pt>
    <dgm:pt modelId="{A14B8CA1-74B1-4480-8D82-E43E3DA444E4}" type="pres">
      <dgm:prSet presAssocID="{7FD647C4-B9DF-40D0-ADB2-34546652FA8D}" presName="node" presStyleLbl="node1" presStyleIdx="6" presStyleCnt="7">
        <dgm:presLayoutVars>
          <dgm:bulletEnabled val="1"/>
        </dgm:presLayoutVars>
      </dgm:prSet>
      <dgm:spPr/>
    </dgm:pt>
  </dgm:ptLst>
  <dgm:cxnLst>
    <dgm:cxn modelId="{A150C926-5A2C-4ED9-AA6D-648CE6DEADF6}" type="presOf" srcId="{52B4FF09-C7E4-4915-A749-A5F5D8A445D8}" destId="{C0D79313-2CD6-49F9-B6EB-BCC4B892238F}" srcOrd="0" destOrd="0" presId="urn:microsoft.com/office/officeart/2005/8/layout/default"/>
    <dgm:cxn modelId="{33F40828-AC41-4593-907C-B6EC949322AF}" srcId="{52B4FF09-C7E4-4915-A749-A5F5D8A445D8}" destId="{F4D149D1-811D-40E1-B32A-A333A2F98C80}" srcOrd="4" destOrd="0" parTransId="{A5C996AF-02EE-4363-AF11-86D7449E6A9F}" sibTransId="{A33DD64E-9244-4FF2-B494-A0DF926AB2D2}"/>
    <dgm:cxn modelId="{99DB2D36-A798-43E9-8B9A-F90983525F3D}" type="presOf" srcId="{6A5542AA-CFCA-4EAC-A31C-003D082E9EF8}" destId="{1366092E-AA70-4391-BECB-8BCC2B3F33D5}" srcOrd="0" destOrd="0" presId="urn:microsoft.com/office/officeart/2005/8/layout/default"/>
    <dgm:cxn modelId="{DA004049-1221-448B-82CD-6D427C89AFB5}" srcId="{52B4FF09-C7E4-4915-A749-A5F5D8A445D8}" destId="{6A5542AA-CFCA-4EAC-A31C-003D082E9EF8}" srcOrd="1" destOrd="0" parTransId="{7541A0E4-169F-4054-A30E-2E4B1B784E84}" sibTransId="{3C38DE91-D2CA-4483-886B-FC1CFF323A51}"/>
    <dgm:cxn modelId="{42EEFA73-F8E5-481A-A681-F26D58B00F97}" srcId="{52B4FF09-C7E4-4915-A749-A5F5D8A445D8}" destId="{37DB73FC-C24F-4D99-938B-6C6A8DC1B29C}" srcOrd="0" destOrd="0" parTransId="{858440A8-0E7D-4CDB-A6A1-2CAC5C7638E1}" sibTransId="{64949C6C-C8C7-441B-9394-75658F7AE25E}"/>
    <dgm:cxn modelId="{F5D8C987-FAEE-48B5-BE37-9E6571BB25E8}" type="presOf" srcId="{9B31052E-E2E7-4573-B7A8-5A89805BAC6E}" destId="{782AD640-41C7-4439-9059-B09D33B49B0D}" srcOrd="0" destOrd="0" presId="urn:microsoft.com/office/officeart/2005/8/layout/default"/>
    <dgm:cxn modelId="{5460528A-4752-4E94-8B78-D5A3FA5565FF}" type="presOf" srcId="{7FD647C4-B9DF-40D0-ADB2-34546652FA8D}" destId="{A14B8CA1-74B1-4480-8D82-E43E3DA444E4}" srcOrd="0" destOrd="0" presId="urn:microsoft.com/office/officeart/2005/8/layout/default"/>
    <dgm:cxn modelId="{82A4878D-2C32-48BB-B189-2F6C651A887F}" type="presOf" srcId="{6D93235C-E9C1-4DA6-B7A8-6506C4C85986}" destId="{4266509E-7243-4F77-AF73-D185A08DF78A}" srcOrd="0" destOrd="0" presId="urn:microsoft.com/office/officeart/2005/8/layout/default"/>
    <dgm:cxn modelId="{9C3A34A4-82B3-4B4E-AC91-3BEC9C11E8DD}" type="presOf" srcId="{37DB73FC-C24F-4D99-938B-6C6A8DC1B29C}" destId="{B26F75F0-D2CE-4025-ADD8-8C1F1C957452}" srcOrd="0" destOrd="0" presId="urn:microsoft.com/office/officeart/2005/8/layout/default"/>
    <dgm:cxn modelId="{9C060EBA-0D08-47FE-A203-74B3B4BEF549}" srcId="{52B4FF09-C7E4-4915-A749-A5F5D8A445D8}" destId="{A2A836AD-4417-4A66-B614-02DF16B73DCB}" srcOrd="2" destOrd="0" parTransId="{FC1FC7D6-46C1-45D1-A24D-B46AF11BAB53}" sibTransId="{7873091B-9FCA-459C-9803-5F9F2B191DF8}"/>
    <dgm:cxn modelId="{D500B8D2-D65F-424D-8446-6940E99556F0}" srcId="{52B4FF09-C7E4-4915-A749-A5F5D8A445D8}" destId="{7FD647C4-B9DF-40D0-ADB2-34546652FA8D}" srcOrd="6" destOrd="0" parTransId="{61191929-8E33-4A68-9161-5ABE35E1ACAE}" sibTransId="{E22054F3-43C9-48E5-BB86-A1BAE1DDC2F7}"/>
    <dgm:cxn modelId="{FC5BBCD5-B914-401A-9044-D24D623008CC}" type="presOf" srcId="{F4D149D1-811D-40E1-B32A-A333A2F98C80}" destId="{AC6C204C-F9C9-448B-9398-84242D0EAB7A}" srcOrd="0" destOrd="0" presId="urn:microsoft.com/office/officeart/2005/8/layout/default"/>
    <dgm:cxn modelId="{976AB2DE-BB78-411F-A33C-43D719D70166}" srcId="{52B4FF09-C7E4-4915-A749-A5F5D8A445D8}" destId="{6D93235C-E9C1-4DA6-B7A8-6506C4C85986}" srcOrd="3" destOrd="0" parTransId="{569437A6-38AE-4D23-A4A5-3E15E5D6B61C}" sibTransId="{FA221526-A512-4545-A265-14B37D6C7DFE}"/>
    <dgm:cxn modelId="{B5F473E2-37B0-43BB-BE39-12C1F86F029F}" type="presOf" srcId="{A2A836AD-4417-4A66-B614-02DF16B73DCB}" destId="{53B57B5E-3E2E-48DE-83D4-5FF31E2A5F3E}" srcOrd="0" destOrd="0" presId="urn:microsoft.com/office/officeart/2005/8/layout/default"/>
    <dgm:cxn modelId="{6E7901E4-A2AD-471F-BAFE-17246FCF7C2F}" srcId="{52B4FF09-C7E4-4915-A749-A5F5D8A445D8}" destId="{9B31052E-E2E7-4573-B7A8-5A89805BAC6E}" srcOrd="5" destOrd="0" parTransId="{0E00C7B1-E9B0-4642-ADEE-6CC2B9662C95}" sibTransId="{BAF833B1-8D51-4605-9DAC-0B7CE62EFFA6}"/>
    <dgm:cxn modelId="{6E641710-53EA-4876-9326-AF87F62A3F58}" type="presParOf" srcId="{C0D79313-2CD6-49F9-B6EB-BCC4B892238F}" destId="{B26F75F0-D2CE-4025-ADD8-8C1F1C957452}" srcOrd="0" destOrd="0" presId="urn:microsoft.com/office/officeart/2005/8/layout/default"/>
    <dgm:cxn modelId="{D5EDBFDB-BF65-479A-A792-15FB31211F19}" type="presParOf" srcId="{C0D79313-2CD6-49F9-B6EB-BCC4B892238F}" destId="{EBFD7232-AC38-42BD-8E8A-FA4CB19CD17A}" srcOrd="1" destOrd="0" presId="urn:microsoft.com/office/officeart/2005/8/layout/default"/>
    <dgm:cxn modelId="{BF05DD46-E3A6-420A-87EB-455B7E69654C}" type="presParOf" srcId="{C0D79313-2CD6-49F9-B6EB-BCC4B892238F}" destId="{1366092E-AA70-4391-BECB-8BCC2B3F33D5}" srcOrd="2" destOrd="0" presId="urn:microsoft.com/office/officeart/2005/8/layout/default"/>
    <dgm:cxn modelId="{08C06BE4-4A0F-46FE-84E3-A1A22D52A8CA}" type="presParOf" srcId="{C0D79313-2CD6-49F9-B6EB-BCC4B892238F}" destId="{A25349B7-D288-424A-8F02-5CE075448A13}" srcOrd="3" destOrd="0" presId="urn:microsoft.com/office/officeart/2005/8/layout/default"/>
    <dgm:cxn modelId="{EFAD8B80-625C-4FD1-948B-A592290E84F7}" type="presParOf" srcId="{C0D79313-2CD6-49F9-B6EB-BCC4B892238F}" destId="{53B57B5E-3E2E-48DE-83D4-5FF31E2A5F3E}" srcOrd="4" destOrd="0" presId="urn:microsoft.com/office/officeart/2005/8/layout/default"/>
    <dgm:cxn modelId="{048E2EBA-A3DE-48C9-B636-7F21072C57C6}" type="presParOf" srcId="{C0D79313-2CD6-49F9-B6EB-BCC4B892238F}" destId="{83B2DCA2-E483-413D-A93C-2642A21BBAEF}" srcOrd="5" destOrd="0" presId="urn:microsoft.com/office/officeart/2005/8/layout/default"/>
    <dgm:cxn modelId="{47AE3FEC-6C19-4892-8CAA-8152BA126164}" type="presParOf" srcId="{C0D79313-2CD6-49F9-B6EB-BCC4B892238F}" destId="{4266509E-7243-4F77-AF73-D185A08DF78A}" srcOrd="6" destOrd="0" presId="urn:microsoft.com/office/officeart/2005/8/layout/default"/>
    <dgm:cxn modelId="{A9338BAE-6352-49B3-8B8C-A26773CD1737}" type="presParOf" srcId="{C0D79313-2CD6-49F9-B6EB-BCC4B892238F}" destId="{0ED9979B-E25D-44A7-919C-8AB40AD448A5}" srcOrd="7" destOrd="0" presId="urn:microsoft.com/office/officeart/2005/8/layout/default"/>
    <dgm:cxn modelId="{268522C0-0F87-4838-8396-12E8C29D97E1}" type="presParOf" srcId="{C0D79313-2CD6-49F9-B6EB-BCC4B892238F}" destId="{AC6C204C-F9C9-448B-9398-84242D0EAB7A}" srcOrd="8" destOrd="0" presId="urn:microsoft.com/office/officeart/2005/8/layout/default"/>
    <dgm:cxn modelId="{78B4DE45-403D-4365-954B-5EC5695AE7DC}" type="presParOf" srcId="{C0D79313-2CD6-49F9-B6EB-BCC4B892238F}" destId="{56E41244-686F-43F7-B926-6AAB83BFC331}" srcOrd="9" destOrd="0" presId="urn:microsoft.com/office/officeart/2005/8/layout/default"/>
    <dgm:cxn modelId="{771366E1-7367-4B0E-BA4C-B1EC8D33C943}" type="presParOf" srcId="{C0D79313-2CD6-49F9-B6EB-BCC4B892238F}" destId="{782AD640-41C7-4439-9059-B09D33B49B0D}" srcOrd="10" destOrd="0" presId="urn:microsoft.com/office/officeart/2005/8/layout/default"/>
    <dgm:cxn modelId="{269AEC00-55B6-4BFF-89C7-E42A044AF754}" type="presParOf" srcId="{C0D79313-2CD6-49F9-B6EB-BCC4B892238F}" destId="{01377BC0-9D7F-4E58-868F-006C558C43C9}" srcOrd="11" destOrd="0" presId="urn:microsoft.com/office/officeart/2005/8/layout/default"/>
    <dgm:cxn modelId="{E54031B1-0E91-4781-A11A-E10F8263A8A1}" type="presParOf" srcId="{C0D79313-2CD6-49F9-B6EB-BCC4B892238F}" destId="{A14B8CA1-74B1-4480-8D82-E43E3DA444E4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3E5D95-3CA9-4600-BB82-D747B2C9775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3E21617-BC2D-4322-8691-60DA81B442AF}">
      <dgm:prSet/>
      <dgm:spPr/>
      <dgm:t>
        <a:bodyPr/>
        <a:lstStyle/>
        <a:p>
          <a:pPr>
            <a:defRPr cap="all"/>
          </a:pPr>
          <a:r>
            <a:rPr lang="en-US"/>
            <a:t>Alcances:</a:t>
          </a:r>
        </a:p>
      </dgm:t>
    </dgm:pt>
    <dgm:pt modelId="{CE95D1DD-1303-4338-A029-6E4B071F1225}" type="parTrans" cxnId="{D0649B79-6674-49FA-A09A-2AB09B0AB99B}">
      <dgm:prSet/>
      <dgm:spPr/>
      <dgm:t>
        <a:bodyPr/>
        <a:lstStyle/>
        <a:p>
          <a:endParaRPr lang="en-US"/>
        </a:p>
      </dgm:t>
    </dgm:pt>
    <dgm:pt modelId="{17375C6E-8590-4E10-9426-4590760D5801}" type="sibTrans" cxnId="{D0649B79-6674-49FA-A09A-2AB09B0AB99B}">
      <dgm:prSet/>
      <dgm:spPr/>
      <dgm:t>
        <a:bodyPr/>
        <a:lstStyle/>
        <a:p>
          <a:endParaRPr lang="en-US"/>
        </a:p>
      </dgm:t>
    </dgm:pt>
    <dgm:pt modelId="{F4055083-0DAD-40C7-A635-6F17489856D4}">
      <dgm:prSet/>
      <dgm:spPr/>
      <dgm:t>
        <a:bodyPr/>
        <a:lstStyle/>
        <a:p>
          <a:pPr>
            <a:defRPr cap="all"/>
          </a:pPr>
          <a:r>
            <a:rPr lang="en-US"/>
            <a:t>• Sistema de escritorio</a:t>
          </a:r>
        </a:p>
      </dgm:t>
    </dgm:pt>
    <dgm:pt modelId="{F081C057-2947-4DE3-B619-4A772488353C}" type="parTrans" cxnId="{485BD188-8C1F-4420-A66B-B0671813B317}">
      <dgm:prSet/>
      <dgm:spPr/>
      <dgm:t>
        <a:bodyPr/>
        <a:lstStyle/>
        <a:p>
          <a:endParaRPr lang="en-US"/>
        </a:p>
      </dgm:t>
    </dgm:pt>
    <dgm:pt modelId="{DC3DE02B-A0D3-4B0A-A23B-20AB983FC70A}" type="sibTrans" cxnId="{485BD188-8C1F-4420-A66B-B0671813B317}">
      <dgm:prSet/>
      <dgm:spPr/>
      <dgm:t>
        <a:bodyPr/>
        <a:lstStyle/>
        <a:p>
          <a:endParaRPr lang="en-US"/>
        </a:p>
      </dgm:t>
    </dgm:pt>
    <dgm:pt modelId="{F46C027F-CC47-4E78-8107-A880E40D7085}">
      <dgm:prSet/>
      <dgm:spPr/>
      <dgm:t>
        <a:bodyPr/>
        <a:lstStyle/>
        <a:p>
          <a:pPr>
            <a:defRPr cap="all"/>
          </a:pPr>
          <a:r>
            <a:rPr lang="en-US"/>
            <a:t>• Gestión de ventas y stock</a:t>
          </a:r>
        </a:p>
      </dgm:t>
    </dgm:pt>
    <dgm:pt modelId="{5C6EB722-7209-49E3-9FCC-3D876661BE2B}" type="parTrans" cxnId="{02A5ADCE-5A89-4E84-B3B1-3F56DFA15427}">
      <dgm:prSet/>
      <dgm:spPr/>
      <dgm:t>
        <a:bodyPr/>
        <a:lstStyle/>
        <a:p>
          <a:endParaRPr lang="en-US"/>
        </a:p>
      </dgm:t>
    </dgm:pt>
    <dgm:pt modelId="{3A9AF6BB-3787-4F0E-A1CD-2063879A93EA}" type="sibTrans" cxnId="{02A5ADCE-5A89-4E84-B3B1-3F56DFA15427}">
      <dgm:prSet/>
      <dgm:spPr/>
      <dgm:t>
        <a:bodyPr/>
        <a:lstStyle/>
        <a:p>
          <a:endParaRPr lang="en-US"/>
        </a:p>
      </dgm:t>
    </dgm:pt>
    <dgm:pt modelId="{2ABA4E04-3397-4869-BFF0-EE6181C9A168}">
      <dgm:prSet/>
      <dgm:spPr/>
      <dgm:t>
        <a:bodyPr/>
        <a:lstStyle/>
        <a:p>
          <a:pPr>
            <a:defRPr cap="all"/>
          </a:pPr>
          <a:r>
            <a:rPr lang="en-US"/>
            <a:t>• Reportes básicos</a:t>
          </a:r>
        </a:p>
      </dgm:t>
    </dgm:pt>
    <dgm:pt modelId="{356552D7-9F90-4734-932C-AB997EAD22FB}" type="parTrans" cxnId="{B93E70F1-A94A-4CF5-AAB4-DF62A10AE95E}">
      <dgm:prSet/>
      <dgm:spPr/>
      <dgm:t>
        <a:bodyPr/>
        <a:lstStyle/>
        <a:p>
          <a:endParaRPr lang="en-US"/>
        </a:p>
      </dgm:t>
    </dgm:pt>
    <dgm:pt modelId="{E2C05A0B-5868-47CF-AF09-8C6B03EC3C18}" type="sibTrans" cxnId="{B93E70F1-A94A-4CF5-AAB4-DF62A10AE95E}">
      <dgm:prSet/>
      <dgm:spPr/>
      <dgm:t>
        <a:bodyPr/>
        <a:lstStyle/>
        <a:p>
          <a:endParaRPr lang="en-US"/>
        </a:p>
      </dgm:t>
    </dgm:pt>
    <dgm:pt modelId="{0FBEFE78-2A49-4F63-BF3F-61F4891437A2}">
      <dgm:prSet/>
      <dgm:spPr/>
      <dgm:t>
        <a:bodyPr/>
        <a:lstStyle/>
        <a:p>
          <a:pPr>
            <a:defRPr cap="all"/>
          </a:pPr>
          <a:r>
            <a:rPr lang="en-US"/>
            <a:t>Limitaciones:</a:t>
          </a:r>
        </a:p>
      </dgm:t>
    </dgm:pt>
    <dgm:pt modelId="{94EB69E7-BD5D-4882-9774-1B62427EFC7E}" type="parTrans" cxnId="{5CA6FD86-9B1C-453A-8778-27DA7AFA2D41}">
      <dgm:prSet/>
      <dgm:spPr/>
      <dgm:t>
        <a:bodyPr/>
        <a:lstStyle/>
        <a:p>
          <a:endParaRPr lang="en-US"/>
        </a:p>
      </dgm:t>
    </dgm:pt>
    <dgm:pt modelId="{F3960A92-813A-444A-B204-394786B5EE8A}" type="sibTrans" cxnId="{5CA6FD86-9B1C-453A-8778-27DA7AFA2D41}">
      <dgm:prSet/>
      <dgm:spPr/>
      <dgm:t>
        <a:bodyPr/>
        <a:lstStyle/>
        <a:p>
          <a:endParaRPr lang="en-US"/>
        </a:p>
      </dgm:t>
    </dgm:pt>
    <dgm:pt modelId="{C6848FC5-C24B-4321-8DCB-51A3F4220566}">
      <dgm:prSet/>
      <dgm:spPr/>
      <dgm:t>
        <a:bodyPr/>
        <a:lstStyle/>
        <a:p>
          <a:pPr>
            <a:defRPr cap="all"/>
          </a:pPr>
          <a:r>
            <a:rPr lang="en-US"/>
            <a:t>• No incluye sistema web</a:t>
          </a:r>
        </a:p>
      </dgm:t>
    </dgm:pt>
    <dgm:pt modelId="{FDD96402-6CFA-47D5-B3F7-561B660663EC}" type="parTrans" cxnId="{C71B0BE6-890E-4BEB-BC61-1CC83F6AC3F7}">
      <dgm:prSet/>
      <dgm:spPr/>
      <dgm:t>
        <a:bodyPr/>
        <a:lstStyle/>
        <a:p>
          <a:endParaRPr lang="en-US"/>
        </a:p>
      </dgm:t>
    </dgm:pt>
    <dgm:pt modelId="{BA891237-E5B9-4A1C-96CD-FED06345C20E}" type="sibTrans" cxnId="{C71B0BE6-890E-4BEB-BC61-1CC83F6AC3F7}">
      <dgm:prSet/>
      <dgm:spPr/>
      <dgm:t>
        <a:bodyPr/>
        <a:lstStyle/>
        <a:p>
          <a:endParaRPr lang="en-US"/>
        </a:p>
      </dgm:t>
    </dgm:pt>
    <dgm:pt modelId="{67F9A92C-0675-4F96-8828-99F9DA7F1265}">
      <dgm:prSet/>
      <dgm:spPr/>
      <dgm:t>
        <a:bodyPr/>
        <a:lstStyle/>
        <a:p>
          <a:pPr>
            <a:defRPr cap="all"/>
          </a:pPr>
          <a:r>
            <a:rPr lang="en-US"/>
            <a:t>• No incluye pagos electrónicos</a:t>
          </a:r>
        </a:p>
      </dgm:t>
    </dgm:pt>
    <dgm:pt modelId="{344DEBE8-869B-4389-BB37-F924704CAFD6}" type="parTrans" cxnId="{EEE6A8D9-5DF4-4712-95EC-1BD8718AAC54}">
      <dgm:prSet/>
      <dgm:spPr/>
      <dgm:t>
        <a:bodyPr/>
        <a:lstStyle/>
        <a:p>
          <a:endParaRPr lang="en-US"/>
        </a:p>
      </dgm:t>
    </dgm:pt>
    <dgm:pt modelId="{7D09F4C1-C802-4222-AC72-13F05FBC48B0}" type="sibTrans" cxnId="{EEE6A8D9-5DF4-4712-95EC-1BD8718AAC54}">
      <dgm:prSet/>
      <dgm:spPr/>
      <dgm:t>
        <a:bodyPr/>
        <a:lstStyle/>
        <a:p>
          <a:endParaRPr lang="en-US"/>
        </a:p>
      </dgm:t>
    </dgm:pt>
    <dgm:pt modelId="{2C0AB92F-3325-4B7C-9385-C811250EE791}" type="pres">
      <dgm:prSet presAssocID="{903E5D95-3CA9-4600-BB82-D747B2C97753}" presName="root" presStyleCnt="0">
        <dgm:presLayoutVars>
          <dgm:dir/>
          <dgm:resizeHandles val="exact"/>
        </dgm:presLayoutVars>
      </dgm:prSet>
      <dgm:spPr/>
    </dgm:pt>
    <dgm:pt modelId="{BD31004E-1739-431E-BE63-E375EDA7B691}" type="pres">
      <dgm:prSet presAssocID="{23E21617-BC2D-4322-8691-60DA81B442AF}" presName="compNode" presStyleCnt="0"/>
      <dgm:spPr/>
    </dgm:pt>
    <dgm:pt modelId="{B04B5F29-81FC-493A-939A-30E3AE9882F6}" type="pres">
      <dgm:prSet presAssocID="{23E21617-BC2D-4322-8691-60DA81B442AF}" presName="iconBgRect" presStyleLbl="bgShp" presStyleIdx="0" presStyleCnt="7"/>
      <dgm:spPr/>
    </dgm:pt>
    <dgm:pt modelId="{A91C3134-ED5D-4B60-AE71-0F4EB1A60E0C}" type="pres">
      <dgm:prSet presAssocID="{23E21617-BC2D-4322-8691-60DA81B442AF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5564EC2F-B842-4F1C-BA68-69CECD57F609}" type="pres">
      <dgm:prSet presAssocID="{23E21617-BC2D-4322-8691-60DA81B442AF}" presName="spaceRect" presStyleCnt="0"/>
      <dgm:spPr/>
    </dgm:pt>
    <dgm:pt modelId="{852329E5-C317-424E-B6A5-BB2DF74E6B0A}" type="pres">
      <dgm:prSet presAssocID="{23E21617-BC2D-4322-8691-60DA81B442AF}" presName="textRect" presStyleLbl="revTx" presStyleIdx="0" presStyleCnt="7">
        <dgm:presLayoutVars>
          <dgm:chMax val="1"/>
          <dgm:chPref val="1"/>
        </dgm:presLayoutVars>
      </dgm:prSet>
      <dgm:spPr/>
    </dgm:pt>
    <dgm:pt modelId="{7D4CF67A-4F02-4698-858C-4AA495DEB49B}" type="pres">
      <dgm:prSet presAssocID="{17375C6E-8590-4E10-9426-4590760D5801}" presName="sibTrans" presStyleCnt="0"/>
      <dgm:spPr/>
    </dgm:pt>
    <dgm:pt modelId="{03739722-6D9E-437F-8246-381EBC1B5D3D}" type="pres">
      <dgm:prSet presAssocID="{F4055083-0DAD-40C7-A635-6F17489856D4}" presName="compNode" presStyleCnt="0"/>
      <dgm:spPr/>
    </dgm:pt>
    <dgm:pt modelId="{BEAA54BC-5CCA-4400-9FA9-DEFDD6B6A483}" type="pres">
      <dgm:prSet presAssocID="{F4055083-0DAD-40C7-A635-6F17489856D4}" presName="iconBgRect" presStyleLbl="bgShp" presStyleIdx="1" presStyleCnt="7"/>
      <dgm:spPr/>
    </dgm:pt>
    <dgm:pt modelId="{2E0EE6E4-65EB-47E1-886F-699DF0594DE1}" type="pres">
      <dgm:prSet presAssocID="{F4055083-0DAD-40C7-A635-6F17489856D4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305397B2-BAF8-4664-A62E-C7ACB4339DCF}" type="pres">
      <dgm:prSet presAssocID="{F4055083-0DAD-40C7-A635-6F17489856D4}" presName="spaceRect" presStyleCnt="0"/>
      <dgm:spPr/>
    </dgm:pt>
    <dgm:pt modelId="{47E6D95B-A68E-4A51-A00D-642673C6F7D8}" type="pres">
      <dgm:prSet presAssocID="{F4055083-0DAD-40C7-A635-6F17489856D4}" presName="textRect" presStyleLbl="revTx" presStyleIdx="1" presStyleCnt="7">
        <dgm:presLayoutVars>
          <dgm:chMax val="1"/>
          <dgm:chPref val="1"/>
        </dgm:presLayoutVars>
      </dgm:prSet>
      <dgm:spPr/>
    </dgm:pt>
    <dgm:pt modelId="{0BA8ED58-93A2-4069-88A9-E4D35A34C97B}" type="pres">
      <dgm:prSet presAssocID="{DC3DE02B-A0D3-4B0A-A23B-20AB983FC70A}" presName="sibTrans" presStyleCnt="0"/>
      <dgm:spPr/>
    </dgm:pt>
    <dgm:pt modelId="{21D2AF35-6081-4737-9080-6A1033F39D20}" type="pres">
      <dgm:prSet presAssocID="{F46C027F-CC47-4E78-8107-A880E40D7085}" presName="compNode" presStyleCnt="0"/>
      <dgm:spPr/>
    </dgm:pt>
    <dgm:pt modelId="{C61F86A4-AEF2-4765-9D41-EC8A5AB10F43}" type="pres">
      <dgm:prSet presAssocID="{F46C027F-CC47-4E78-8107-A880E40D7085}" presName="iconBgRect" presStyleLbl="bgShp" presStyleIdx="2" presStyleCnt="7"/>
      <dgm:spPr/>
    </dgm:pt>
    <dgm:pt modelId="{E5265545-A888-41CE-B194-45037B232E1E}" type="pres">
      <dgm:prSet presAssocID="{F46C027F-CC47-4E78-8107-A880E40D7085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1B974ED-AE10-4119-8E15-14D2F18C7741}" type="pres">
      <dgm:prSet presAssocID="{F46C027F-CC47-4E78-8107-A880E40D7085}" presName="spaceRect" presStyleCnt="0"/>
      <dgm:spPr/>
    </dgm:pt>
    <dgm:pt modelId="{688D1F04-E6F4-4F39-8EC2-EEAEC99EBE08}" type="pres">
      <dgm:prSet presAssocID="{F46C027F-CC47-4E78-8107-A880E40D7085}" presName="textRect" presStyleLbl="revTx" presStyleIdx="2" presStyleCnt="7">
        <dgm:presLayoutVars>
          <dgm:chMax val="1"/>
          <dgm:chPref val="1"/>
        </dgm:presLayoutVars>
      </dgm:prSet>
      <dgm:spPr/>
    </dgm:pt>
    <dgm:pt modelId="{3B8CC27D-53A8-4029-878C-6E017CB663BB}" type="pres">
      <dgm:prSet presAssocID="{3A9AF6BB-3787-4F0E-A1CD-2063879A93EA}" presName="sibTrans" presStyleCnt="0"/>
      <dgm:spPr/>
    </dgm:pt>
    <dgm:pt modelId="{0708240A-F107-4D40-AD71-5F95A6EFC884}" type="pres">
      <dgm:prSet presAssocID="{2ABA4E04-3397-4869-BFF0-EE6181C9A168}" presName="compNode" presStyleCnt="0"/>
      <dgm:spPr/>
    </dgm:pt>
    <dgm:pt modelId="{F043786E-D29C-4C0E-9DDB-F70DF8AEA975}" type="pres">
      <dgm:prSet presAssocID="{2ABA4E04-3397-4869-BFF0-EE6181C9A168}" presName="iconBgRect" presStyleLbl="bgShp" presStyleIdx="3" presStyleCnt="7"/>
      <dgm:spPr/>
    </dgm:pt>
    <dgm:pt modelId="{01BFD430-4DA1-4A17-B1A5-B40CAD6EA642}" type="pres">
      <dgm:prSet presAssocID="{2ABA4E04-3397-4869-BFF0-EE6181C9A168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C75587A9-9E38-4E25-8B0A-54FDE41EEC9B}" type="pres">
      <dgm:prSet presAssocID="{2ABA4E04-3397-4869-BFF0-EE6181C9A168}" presName="spaceRect" presStyleCnt="0"/>
      <dgm:spPr/>
    </dgm:pt>
    <dgm:pt modelId="{C05D9351-A289-48CB-AB5E-74DFE19F5555}" type="pres">
      <dgm:prSet presAssocID="{2ABA4E04-3397-4869-BFF0-EE6181C9A168}" presName="textRect" presStyleLbl="revTx" presStyleIdx="3" presStyleCnt="7">
        <dgm:presLayoutVars>
          <dgm:chMax val="1"/>
          <dgm:chPref val="1"/>
        </dgm:presLayoutVars>
      </dgm:prSet>
      <dgm:spPr/>
    </dgm:pt>
    <dgm:pt modelId="{D032EC61-8BBA-4DB7-86EB-B0476D3981DE}" type="pres">
      <dgm:prSet presAssocID="{E2C05A0B-5868-47CF-AF09-8C6B03EC3C18}" presName="sibTrans" presStyleCnt="0"/>
      <dgm:spPr/>
    </dgm:pt>
    <dgm:pt modelId="{552F3DA3-DA2F-4BF5-9AF6-B4CD49032216}" type="pres">
      <dgm:prSet presAssocID="{0FBEFE78-2A49-4F63-BF3F-61F4891437A2}" presName="compNode" presStyleCnt="0"/>
      <dgm:spPr/>
    </dgm:pt>
    <dgm:pt modelId="{1B05EAB5-2929-401B-8CC6-FAB946B9EA30}" type="pres">
      <dgm:prSet presAssocID="{0FBEFE78-2A49-4F63-BF3F-61F4891437A2}" presName="iconBgRect" presStyleLbl="bgShp" presStyleIdx="4" presStyleCnt="7"/>
      <dgm:spPr/>
    </dgm:pt>
    <dgm:pt modelId="{3EA382CA-C6B3-405B-9F21-10F3EF03BCF0}" type="pres">
      <dgm:prSet presAssocID="{0FBEFE78-2A49-4F63-BF3F-61F4891437A2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encia"/>
        </a:ext>
      </dgm:extLst>
    </dgm:pt>
    <dgm:pt modelId="{E1DEC620-D34F-4340-90CA-CF8DB2E1B30C}" type="pres">
      <dgm:prSet presAssocID="{0FBEFE78-2A49-4F63-BF3F-61F4891437A2}" presName="spaceRect" presStyleCnt="0"/>
      <dgm:spPr/>
    </dgm:pt>
    <dgm:pt modelId="{EB1C5937-FC90-42C2-9ADC-6BF86EFDC7AA}" type="pres">
      <dgm:prSet presAssocID="{0FBEFE78-2A49-4F63-BF3F-61F4891437A2}" presName="textRect" presStyleLbl="revTx" presStyleIdx="4" presStyleCnt="7">
        <dgm:presLayoutVars>
          <dgm:chMax val="1"/>
          <dgm:chPref val="1"/>
        </dgm:presLayoutVars>
      </dgm:prSet>
      <dgm:spPr/>
    </dgm:pt>
    <dgm:pt modelId="{EFAA493F-AC15-4663-B855-C427D4716C73}" type="pres">
      <dgm:prSet presAssocID="{F3960A92-813A-444A-B204-394786B5EE8A}" presName="sibTrans" presStyleCnt="0"/>
      <dgm:spPr/>
    </dgm:pt>
    <dgm:pt modelId="{33173F45-8AB2-4396-9274-60C3754BFAF0}" type="pres">
      <dgm:prSet presAssocID="{C6848FC5-C24B-4321-8DCB-51A3F4220566}" presName="compNode" presStyleCnt="0"/>
      <dgm:spPr/>
    </dgm:pt>
    <dgm:pt modelId="{5AD7465D-92EF-40B0-A3AA-E1547B6A9430}" type="pres">
      <dgm:prSet presAssocID="{C6848FC5-C24B-4321-8DCB-51A3F4220566}" presName="iconBgRect" presStyleLbl="bgShp" presStyleIdx="5" presStyleCnt="7"/>
      <dgm:spPr/>
    </dgm:pt>
    <dgm:pt modelId="{A5ED4F4B-60A0-428B-8CBB-B3CDAA9B83C5}" type="pres">
      <dgm:prSet presAssocID="{C6848FC5-C24B-4321-8DCB-51A3F4220566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C2F5983-9A3B-483F-B15B-AA8B564B61C6}" type="pres">
      <dgm:prSet presAssocID="{C6848FC5-C24B-4321-8DCB-51A3F4220566}" presName="spaceRect" presStyleCnt="0"/>
      <dgm:spPr/>
    </dgm:pt>
    <dgm:pt modelId="{E5C4C22F-8C17-4494-85A9-300919A4F4AC}" type="pres">
      <dgm:prSet presAssocID="{C6848FC5-C24B-4321-8DCB-51A3F4220566}" presName="textRect" presStyleLbl="revTx" presStyleIdx="5" presStyleCnt="7">
        <dgm:presLayoutVars>
          <dgm:chMax val="1"/>
          <dgm:chPref val="1"/>
        </dgm:presLayoutVars>
      </dgm:prSet>
      <dgm:spPr/>
    </dgm:pt>
    <dgm:pt modelId="{3A49E300-051E-47C2-BCB3-BBB1CAC4F7E3}" type="pres">
      <dgm:prSet presAssocID="{BA891237-E5B9-4A1C-96CD-FED06345C20E}" presName="sibTrans" presStyleCnt="0"/>
      <dgm:spPr/>
    </dgm:pt>
    <dgm:pt modelId="{BFC82C82-C811-4A2F-B3E0-4541E630F8DE}" type="pres">
      <dgm:prSet presAssocID="{67F9A92C-0675-4F96-8828-99F9DA7F1265}" presName="compNode" presStyleCnt="0"/>
      <dgm:spPr/>
    </dgm:pt>
    <dgm:pt modelId="{FC9BD8A9-A4D5-4E83-85F9-19F5D5A0E86F}" type="pres">
      <dgm:prSet presAssocID="{67F9A92C-0675-4F96-8828-99F9DA7F1265}" presName="iconBgRect" presStyleLbl="bgShp" presStyleIdx="6" presStyleCnt="7"/>
      <dgm:spPr/>
    </dgm:pt>
    <dgm:pt modelId="{6EB85A0F-286B-493B-B1E8-FF7D1E5BC5E8}" type="pres">
      <dgm:prSet presAssocID="{67F9A92C-0675-4F96-8828-99F9DA7F1265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ero"/>
        </a:ext>
      </dgm:extLst>
    </dgm:pt>
    <dgm:pt modelId="{B2EC413B-8B6A-4003-9C5C-FD85AE024E44}" type="pres">
      <dgm:prSet presAssocID="{67F9A92C-0675-4F96-8828-99F9DA7F1265}" presName="spaceRect" presStyleCnt="0"/>
      <dgm:spPr/>
    </dgm:pt>
    <dgm:pt modelId="{7C82D43A-6F2F-4F30-903C-B094896FA02D}" type="pres">
      <dgm:prSet presAssocID="{67F9A92C-0675-4F96-8828-99F9DA7F1265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B1CB3407-986B-4B95-BBF7-D57048072325}" type="presOf" srcId="{2ABA4E04-3397-4869-BFF0-EE6181C9A168}" destId="{C05D9351-A289-48CB-AB5E-74DFE19F5555}" srcOrd="0" destOrd="0" presId="urn:microsoft.com/office/officeart/2018/5/layout/IconCircleLabelList"/>
    <dgm:cxn modelId="{2B978027-89E7-4BAC-85AA-7EBD8F308F11}" type="presOf" srcId="{67F9A92C-0675-4F96-8828-99F9DA7F1265}" destId="{7C82D43A-6F2F-4F30-903C-B094896FA02D}" srcOrd="0" destOrd="0" presId="urn:microsoft.com/office/officeart/2018/5/layout/IconCircleLabelList"/>
    <dgm:cxn modelId="{2C6A7328-D9CB-4098-A1F0-FFEC31638731}" type="presOf" srcId="{F46C027F-CC47-4E78-8107-A880E40D7085}" destId="{688D1F04-E6F4-4F39-8EC2-EEAEC99EBE08}" srcOrd="0" destOrd="0" presId="urn:microsoft.com/office/officeart/2018/5/layout/IconCircleLabelList"/>
    <dgm:cxn modelId="{F87DC25C-7B48-4747-8FB8-1EA074874BD7}" type="presOf" srcId="{23E21617-BC2D-4322-8691-60DA81B442AF}" destId="{852329E5-C317-424E-B6A5-BB2DF74E6B0A}" srcOrd="0" destOrd="0" presId="urn:microsoft.com/office/officeart/2018/5/layout/IconCircleLabelList"/>
    <dgm:cxn modelId="{04CE3165-190D-43CB-A649-9CC46F8D8EB5}" type="presOf" srcId="{C6848FC5-C24B-4321-8DCB-51A3F4220566}" destId="{E5C4C22F-8C17-4494-85A9-300919A4F4AC}" srcOrd="0" destOrd="0" presId="urn:microsoft.com/office/officeart/2018/5/layout/IconCircleLabelList"/>
    <dgm:cxn modelId="{61628267-1FA6-4121-8BFD-505D1FB11209}" type="presOf" srcId="{903E5D95-3CA9-4600-BB82-D747B2C97753}" destId="{2C0AB92F-3325-4B7C-9385-C811250EE791}" srcOrd="0" destOrd="0" presId="urn:microsoft.com/office/officeart/2018/5/layout/IconCircleLabelList"/>
    <dgm:cxn modelId="{8A7AA247-70A5-4D7D-BF73-18CCEDAA31BB}" type="presOf" srcId="{0FBEFE78-2A49-4F63-BF3F-61F4891437A2}" destId="{EB1C5937-FC90-42C2-9ADC-6BF86EFDC7AA}" srcOrd="0" destOrd="0" presId="urn:microsoft.com/office/officeart/2018/5/layout/IconCircleLabelList"/>
    <dgm:cxn modelId="{D0649B79-6674-49FA-A09A-2AB09B0AB99B}" srcId="{903E5D95-3CA9-4600-BB82-D747B2C97753}" destId="{23E21617-BC2D-4322-8691-60DA81B442AF}" srcOrd="0" destOrd="0" parTransId="{CE95D1DD-1303-4338-A029-6E4B071F1225}" sibTransId="{17375C6E-8590-4E10-9426-4590760D5801}"/>
    <dgm:cxn modelId="{A71A377D-488B-48AB-A3C5-FB2D15300E46}" type="presOf" srcId="{F4055083-0DAD-40C7-A635-6F17489856D4}" destId="{47E6D95B-A68E-4A51-A00D-642673C6F7D8}" srcOrd="0" destOrd="0" presId="urn:microsoft.com/office/officeart/2018/5/layout/IconCircleLabelList"/>
    <dgm:cxn modelId="{5CA6FD86-9B1C-453A-8778-27DA7AFA2D41}" srcId="{903E5D95-3CA9-4600-BB82-D747B2C97753}" destId="{0FBEFE78-2A49-4F63-BF3F-61F4891437A2}" srcOrd="4" destOrd="0" parTransId="{94EB69E7-BD5D-4882-9774-1B62427EFC7E}" sibTransId="{F3960A92-813A-444A-B204-394786B5EE8A}"/>
    <dgm:cxn modelId="{485BD188-8C1F-4420-A66B-B0671813B317}" srcId="{903E5D95-3CA9-4600-BB82-D747B2C97753}" destId="{F4055083-0DAD-40C7-A635-6F17489856D4}" srcOrd="1" destOrd="0" parTransId="{F081C057-2947-4DE3-B619-4A772488353C}" sibTransId="{DC3DE02B-A0D3-4B0A-A23B-20AB983FC70A}"/>
    <dgm:cxn modelId="{02A5ADCE-5A89-4E84-B3B1-3F56DFA15427}" srcId="{903E5D95-3CA9-4600-BB82-D747B2C97753}" destId="{F46C027F-CC47-4E78-8107-A880E40D7085}" srcOrd="2" destOrd="0" parTransId="{5C6EB722-7209-49E3-9FCC-3D876661BE2B}" sibTransId="{3A9AF6BB-3787-4F0E-A1CD-2063879A93EA}"/>
    <dgm:cxn modelId="{EEE6A8D9-5DF4-4712-95EC-1BD8718AAC54}" srcId="{903E5D95-3CA9-4600-BB82-D747B2C97753}" destId="{67F9A92C-0675-4F96-8828-99F9DA7F1265}" srcOrd="6" destOrd="0" parTransId="{344DEBE8-869B-4389-BB37-F924704CAFD6}" sibTransId="{7D09F4C1-C802-4222-AC72-13F05FBC48B0}"/>
    <dgm:cxn modelId="{C71B0BE6-890E-4BEB-BC61-1CC83F6AC3F7}" srcId="{903E5D95-3CA9-4600-BB82-D747B2C97753}" destId="{C6848FC5-C24B-4321-8DCB-51A3F4220566}" srcOrd="5" destOrd="0" parTransId="{FDD96402-6CFA-47D5-B3F7-561B660663EC}" sibTransId="{BA891237-E5B9-4A1C-96CD-FED06345C20E}"/>
    <dgm:cxn modelId="{B93E70F1-A94A-4CF5-AAB4-DF62A10AE95E}" srcId="{903E5D95-3CA9-4600-BB82-D747B2C97753}" destId="{2ABA4E04-3397-4869-BFF0-EE6181C9A168}" srcOrd="3" destOrd="0" parTransId="{356552D7-9F90-4734-932C-AB997EAD22FB}" sibTransId="{E2C05A0B-5868-47CF-AF09-8C6B03EC3C18}"/>
    <dgm:cxn modelId="{1AD023BA-B2F7-4CFD-AA76-B70D74E9FFE3}" type="presParOf" srcId="{2C0AB92F-3325-4B7C-9385-C811250EE791}" destId="{BD31004E-1739-431E-BE63-E375EDA7B691}" srcOrd="0" destOrd="0" presId="urn:microsoft.com/office/officeart/2018/5/layout/IconCircleLabelList"/>
    <dgm:cxn modelId="{9B0C9CA3-1E1D-4EBB-843B-28F4A32BAE91}" type="presParOf" srcId="{BD31004E-1739-431E-BE63-E375EDA7B691}" destId="{B04B5F29-81FC-493A-939A-30E3AE9882F6}" srcOrd="0" destOrd="0" presId="urn:microsoft.com/office/officeart/2018/5/layout/IconCircleLabelList"/>
    <dgm:cxn modelId="{1D289F54-94EB-4993-9438-19D517B5E80C}" type="presParOf" srcId="{BD31004E-1739-431E-BE63-E375EDA7B691}" destId="{A91C3134-ED5D-4B60-AE71-0F4EB1A60E0C}" srcOrd="1" destOrd="0" presId="urn:microsoft.com/office/officeart/2018/5/layout/IconCircleLabelList"/>
    <dgm:cxn modelId="{AAE7A229-5016-489A-B39D-58D116991DD8}" type="presParOf" srcId="{BD31004E-1739-431E-BE63-E375EDA7B691}" destId="{5564EC2F-B842-4F1C-BA68-69CECD57F609}" srcOrd="2" destOrd="0" presId="urn:microsoft.com/office/officeart/2018/5/layout/IconCircleLabelList"/>
    <dgm:cxn modelId="{6FEEFA0B-9423-4C89-900E-8C744D342CC7}" type="presParOf" srcId="{BD31004E-1739-431E-BE63-E375EDA7B691}" destId="{852329E5-C317-424E-B6A5-BB2DF74E6B0A}" srcOrd="3" destOrd="0" presId="urn:microsoft.com/office/officeart/2018/5/layout/IconCircleLabelList"/>
    <dgm:cxn modelId="{2FD762F0-E1B7-47E9-AA1D-0C0B661C4945}" type="presParOf" srcId="{2C0AB92F-3325-4B7C-9385-C811250EE791}" destId="{7D4CF67A-4F02-4698-858C-4AA495DEB49B}" srcOrd="1" destOrd="0" presId="urn:microsoft.com/office/officeart/2018/5/layout/IconCircleLabelList"/>
    <dgm:cxn modelId="{B4347C23-0315-4B10-86BE-70F0AAF3FE9F}" type="presParOf" srcId="{2C0AB92F-3325-4B7C-9385-C811250EE791}" destId="{03739722-6D9E-437F-8246-381EBC1B5D3D}" srcOrd="2" destOrd="0" presId="urn:microsoft.com/office/officeart/2018/5/layout/IconCircleLabelList"/>
    <dgm:cxn modelId="{88768E45-C2B1-4E11-92C2-18F472DD92F2}" type="presParOf" srcId="{03739722-6D9E-437F-8246-381EBC1B5D3D}" destId="{BEAA54BC-5CCA-4400-9FA9-DEFDD6B6A483}" srcOrd="0" destOrd="0" presId="urn:microsoft.com/office/officeart/2018/5/layout/IconCircleLabelList"/>
    <dgm:cxn modelId="{4006B519-455E-4E7D-86FC-FA56F5569382}" type="presParOf" srcId="{03739722-6D9E-437F-8246-381EBC1B5D3D}" destId="{2E0EE6E4-65EB-47E1-886F-699DF0594DE1}" srcOrd="1" destOrd="0" presId="urn:microsoft.com/office/officeart/2018/5/layout/IconCircleLabelList"/>
    <dgm:cxn modelId="{47912AB2-72CD-4C37-A325-EA47027ADE6F}" type="presParOf" srcId="{03739722-6D9E-437F-8246-381EBC1B5D3D}" destId="{305397B2-BAF8-4664-A62E-C7ACB4339DCF}" srcOrd="2" destOrd="0" presId="urn:microsoft.com/office/officeart/2018/5/layout/IconCircleLabelList"/>
    <dgm:cxn modelId="{3F604DDD-23A5-48D9-9CC4-6352E1983558}" type="presParOf" srcId="{03739722-6D9E-437F-8246-381EBC1B5D3D}" destId="{47E6D95B-A68E-4A51-A00D-642673C6F7D8}" srcOrd="3" destOrd="0" presId="urn:microsoft.com/office/officeart/2018/5/layout/IconCircleLabelList"/>
    <dgm:cxn modelId="{1D626469-1399-4982-AEB4-9BDF2025B195}" type="presParOf" srcId="{2C0AB92F-3325-4B7C-9385-C811250EE791}" destId="{0BA8ED58-93A2-4069-88A9-E4D35A34C97B}" srcOrd="3" destOrd="0" presId="urn:microsoft.com/office/officeart/2018/5/layout/IconCircleLabelList"/>
    <dgm:cxn modelId="{5C46F1A4-14B4-402F-95F3-B75057E079F5}" type="presParOf" srcId="{2C0AB92F-3325-4B7C-9385-C811250EE791}" destId="{21D2AF35-6081-4737-9080-6A1033F39D20}" srcOrd="4" destOrd="0" presId="urn:microsoft.com/office/officeart/2018/5/layout/IconCircleLabelList"/>
    <dgm:cxn modelId="{8EB3507F-E290-4484-91CE-89D4B4656605}" type="presParOf" srcId="{21D2AF35-6081-4737-9080-6A1033F39D20}" destId="{C61F86A4-AEF2-4765-9D41-EC8A5AB10F43}" srcOrd="0" destOrd="0" presId="urn:microsoft.com/office/officeart/2018/5/layout/IconCircleLabelList"/>
    <dgm:cxn modelId="{D2995A01-6C60-4026-B924-ADAB29384696}" type="presParOf" srcId="{21D2AF35-6081-4737-9080-6A1033F39D20}" destId="{E5265545-A888-41CE-B194-45037B232E1E}" srcOrd="1" destOrd="0" presId="urn:microsoft.com/office/officeart/2018/5/layout/IconCircleLabelList"/>
    <dgm:cxn modelId="{BA2A2668-F354-43B9-9135-23B879ADF784}" type="presParOf" srcId="{21D2AF35-6081-4737-9080-6A1033F39D20}" destId="{21B974ED-AE10-4119-8E15-14D2F18C7741}" srcOrd="2" destOrd="0" presId="urn:microsoft.com/office/officeart/2018/5/layout/IconCircleLabelList"/>
    <dgm:cxn modelId="{892DF8CA-782B-48E0-A89F-82F086844D9E}" type="presParOf" srcId="{21D2AF35-6081-4737-9080-6A1033F39D20}" destId="{688D1F04-E6F4-4F39-8EC2-EEAEC99EBE08}" srcOrd="3" destOrd="0" presId="urn:microsoft.com/office/officeart/2018/5/layout/IconCircleLabelList"/>
    <dgm:cxn modelId="{185AD7B8-E065-42E4-83FC-5149F2E2CD7A}" type="presParOf" srcId="{2C0AB92F-3325-4B7C-9385-C811250EE791}" destId="{3B8CC27D-53A8-4029-878C-6E017CB663BB}" srcOrd="5" destOrd="0" presId="urn:microsoft.com/office/officeart/2018/5/layout/IconCircleLabelList"/>
    <dgm:cxn modelId="{0B715DBD-2FFE-48D4-A152-5D993B738566}" type="presParOf" srcId="{2C0AB92F-3325-4B7C-9385-C811250EE791}" destId="{0708240A-F107-4D40-AD71-5F95A6EFC884}" srcOrd="6" destOrd="0" presId="urn:microsoft.com/office/officeart/2018/5/layout/IconCircleLabelList"/>
    <dgm:cxn modelId="{3404FFFF-A170-46A0-8B76-B55A399C4AD3}" type="presParOf" srcId="{0708240A-F107-4D40-AD71-5F95A6EFC884}" destId="{F043786E-D29C-4C0E-9DDB-F70DF8AEA975}" srcOrd="0" destOrd="0" presId="urn:microsoft.com/office/officeart/2018/5/layout/IconCircleLabelList"/>
    <dgm:cxn modelId="{A00A5215-4C7B-4E8D-8EDB-A0A4D40A788D}" type="presParOf" srcId="{0708240A-F107-4D40-AD71-5F95A6EFC884}" destId="{01BFD430-4DA1-4A17-B1A5-B40CAD6EA642}" srcOrd="1" destOrd="0" presId="urn:microsoft.com/office/officeart/2018/5/layout/IconCircleLabelList"/>
    <dgm:cxn modelId="{2D6BDCA3-3CA3-4554-B44F-46AE1B2B6943}" type="presParOf" srcId="{0708240A-F107-4D40-AD71-5F95A6EFC884}" destId="{C75587A9-9E38-4E25-8B0A-54FDE41EEC9B}" srcOrd="2" destOrd="0" presId="urn:microsoft.com/office/officeart/2018/5/layout/IconCircleLabelList"/>
    <dgm:cxn modelId="{D3ADC525-155C-4AFA-9886-A0CE3E229CB5}" type="presParOf" srcId="{0708240A-F107-4D40-AD71-5F95A6EFC884}" destId="{C05D9351-A289-48CB-AB5E-74DFE19F5555}" srcOrd="3" destOrd="0" presId="urn:microsoft.com/office/officeart/2018/5/layout/IconCircleLabelList"/>
    <dgm:cxn modelId="{5E2B4599-5955-42DE-9C0A-A91AB57B1CCF}" type="presParOf" srcId="{2C0AB92F-3325-4B7C-9385-C811250EE791}" destId="{D032EC61-8BBA-4DB7-86EB-B0476D3981DE}" srcOrd="7" destOrd="0" presId="urn:microsoft.com/office/officeart/2018/5/layout/IconCircleLabelList"/>
    <dgm:cxn modelId="{5344F499-8198-443C-9312-E34F3B94E933}" type="presParOf" srcId="{2C0AB92F-3325-4B7C-9385-C811250EE791}" destId="{552F3DA3-DA2F-4BF5-9AF6-B4CD49032216}" srcOrd="8" destOrd="0" presId="urn:microsoft.com/office/officeart/2018/5/layout/IconCircleLabelList"/>
    <dgm:cxn modelId="{E08F04C3-64C0-4358-9EA4-36596370920D}" type="presParOf" srcId="{552F3DA3-DA2F-4BF5-9AF6-B4CD49032216}" destId="{1B05EAB5-2929-401B-8CC6-FAB946B9EA30}" srcOrd="0" destOrd="0" presId="urn:microsoft.com/office/officeart/2018/5/layout/IconCircleLabelList"/>
    <dgm:cxn modelId="{52938E6D-85B5-49AF-B148-BF0AFAAE1E54}" type="presParOf" srcId="{552F3DA3-DA2F-4BF5-9AF6-B4CD49032216}" destId="{3EA382CA-C6B3-405B-9F21-10F3EF03BCF0}" srcOrd="1" destOrd="0" presId="urn:microsoft.com/office/officeart/2018/5/layout/IconCircleLabelList"/>
    <dgm:cxn modelId="{C38D9E1E-53F6-43CE-B6AA-AC355A5653DD}" type="presParOf" srcId="{552F3DA3-DA2F-4BF5-9AF6-B4CD49032216}" destId="{E1DEC620-D34F-4340-90CA-CF8DB2E1B30C}" srcOrd="2" destOrd="0" presId="urn:microsoft.com/office/officeart/2018/5/layout/IconCircleLabelList"/>
    <dgm:cxn modelId="{71138A5F-3853-4B13-8D41-B020D0A1DFA7}" type="presParOf" srcId="{552F3DA3-DA2F-4BF5-9AF6-B4CD49032216}" destId="{EB1C5937-FC90-42C2-9ADC-6BF86EFDC7AA}" srcOrd="3" destOrd="0" presId="urn:microsoft.com/office/officeart/2018/5/layout/IconCircleLabelList"/>
    <dgm:cxn modelId="{7147E17A-E432-443B-82FE-E1C7D441A4C6}" type="presParOf" srcId="{2C0AB92F-3325-4B7C-9385-C811250EE791}" destId="{EFAA493F-AC15-4663-B855-C427D4716C73}" srcOrd="9" destOrd="0" presId="urn:microsoft.com/office/officeart/2018/5/layout/IconCircleLabelList"/>
    <dgm:cxn modelId="{5E4A24C9-299A-4AC4-BD2D-84688A54BBC0}" type="presParOf" srcId="{2C0AB92F-3325-4B7C-9385-C811250EE791}" destId="{33173F45-8AB2-4396-9274-60C3754BFAF0}" srcOrd="10" destOrd="0" presId="urn:microsoft.com/office/officeart/2018/5/layout/IconCircleLabelList"/>
    <dgm:cxn modelId="{03E38605-0C53-4CCE-A78D-A259EDCC2429}" type="presParOf" srcId="{33173F45-8AB2-4396-9274-60C3754BFAF0}" destId="{5AD7465D-92EF-40B0-A3AA-E1547B6A9430}" srcOrd="0" destOrd="0" presId="urn:microsoft.com/office/officeart/2018/5/layout/IconCircleLabelList"/>
    <dgm:cxn modelId="{9F0919AE-5D97-437E-AD8C-167C1976960F}" type="presParOf" srcId="{33173F45-8AB2-4396-9274-60C3754BFAF0}" destId="{A5ED4F4B-60A0-428B-8CBB-B3CDAA9B83C5}" srcOrd="1" destOrd="0" presId="urn:microsoft.com/office/officeart/2018/5/layout/IconCircleLabelList"/>
    <dgm:cxn modelId="{2CD0D245-C4C7-43D3-9957-AD63F336E8F3}" type="presParOf" srcId="{33173F45-8AB2-4396-9274-60C3754BFAF0}" destId="{AC2F5983-9A3B-483F-B15B-AA8B564B61C6}" srcOrd="2" destOrd="0" presId="urn:microsoft.com/office/officeart/2018/5/layout/IconCircleLabelList"/>
    <dgm:cxn modelId="{3ACFA148-AB99-4F67-BE70-24B5062FDCF2}" type="presParOf" srcId="{33173F45-8AB2-4396-9274-60C3754BFAF0}" destId="{E5C4C22F-8C17-4494-85A9-300919A4F4AC}" srcOrd="3" destOrd="0" presId="urn:microsoft.com/office/officeart/2018/5/layout/IconCircleLabelList"/>
    <dgm:cxn modelId="{82084195-17B5-41ED-B810-356914465E40}" type="presParOf" srcId="{2C0AB92F-3325-4B7C-9385-C811250EE791}" destId="{3A49E300-051E-47C2-BCB3-BBB1CAC4F7E3}" srcOrd="11" destOrd="0" presId="urn:microsoft.com/office/officeart/2018/5/layout/IconCircleLabelList"/>
    <dgm:cxn modelId="{E0E46F6E-8964-4362-A854-C988267061DD}" type="presParOf" srcId="{2C0AB92F-3325-4B7C-9385-C811250EE791}" destId="{BFC82C82-C811-4A2F-B3E0-4541E630F8DE}" srcOrd="12" destOrd="0" presId="urn:microsoft.com/office/officeart/2018/5/layout/IconCircleLabelList"/>
    <dgm:cxn modelId="{919D043F-616D-4967-8248-18A128D1E9C6}" type="presParOf" srcId="{BFC82C82-C811-4A2F-B3E0-4541E630F8DE}" destId="{FC9BD8A9-A4D5-4E83-85F9-19F5D5A0E86F}" srcOrd="0" destOrd="0" presId="urn:microsoft.com/office/officeart/2018/5/layout/IconCircleLabelList"/>
    <dgm:cxn modelId="{656B8B84-6341-46D8-AF66-A7FBA8D6779F}" type="presParOf" srcId="{BFC82C82-C811-4A2F-B3E0-4541E630F8DE}" destId="{6EB85A0F-286B-493B-B1E8-FF7D1E5BC5E8}" srcOrd="1" destOrd="0" presId="urn:microsoft.com/office/officeart/2018/5/layout/IconCircleLabelList"/>
    <dgm:cxn modelId="{2A6E318C-7BCC-4D27-BC10-1817CF85D80C}" type="presParOf" srcId="{BFC82C82-C811-4A2F-B3E0-4541E630F8DE}" destId="{B2EC413B-8B6A-4003-9C5C-FD85AE024E44}" srcOrd="2" destOrd="0" presId="urn:microsoft.com/office/officeart/2018/5/layout/IconCircleLabelList"/>
    <dgm:cxn modelId="{FE1D48E3-70AA-4147-B0A5-59C9B93C2A05}" type="presParOf" srcId="{BFC82C82-C811-4A2F-B3E0-4541E630F8DE}" destId="{7C82D43A-6F2F-4F30-903C-B094896FA02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4E17AD1-B7BE-4CCB-A774-170BA9709C7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D38C225-F8FF-4D82-91AC-85EAF433677D}">
      <dgm:prSet/>
      <dgm:spPr/>
      <dgm:t>
        <a:bodyPr/>
        <a:lstStyle/>
        <a:p>
          <a:r>
            <a:rPr lang="en-US"/>
            <a:t>Metodología Scrum</a:t>
          </a:r>
        </a:p>
      </dgm:t>
    </dgm:pt>
    <dgm:pt modelId="{01493B09-C87D-44FE-88E0-6999F2BB93ED}" type="parTrans" cxnId="{FDCA266B-7E8B-4DFE-A3A6-942036581A14}">
      <dgm:prSet/>
      <dgm:spPr/>
      <dgm:t>
        <a:bodyPr/>
        <a:lstStyle/>
        <a:p>
          <a:endParaRPr lang="en-US"/>
        </a:p>
      </dgm:t>
    </dgm:pt>
    <dgm:pt modelId="{60CB0C66-D95C-45C4-BF1D-50351F114E18}" type="sibTrans" cxnId="{FDCA266B-7E8B-4DFE-A3A6-942036581A14}">
      <dgm:prSet/>
      <dgm:spPr/>
      <dgm:t>
        <a:bodyPr/>
        <a:lstStyle/>
        <a:p>
          <a:endParaRPr lang="en-US"/>
        </a:p>
      </dgm:t>
    </dgm:pt>
    <dgm:pt modelId="{7A19B59F-F169-4C7B-9114-E20816E6D5D3}">
      <dgm:prSet/>
      <dgm:spPr/>
      <dgm:t>
        <a:bodyPr/>
        <a:lstStyle/>
        <a:p>
          <a:r>
            <a:rPr lang="en-US"/>
            <a:t>• 2 Sprints</a:t>
          </a:r>
        </a:p>
      </dgm:t>
    </dgm:pt>
    <dgm:pt modelId="{1772D16C-A22D-422E-AAF7-27013B4A7AB0}" type="parTrans" cxnId="{FF016549-88B4-4A8F-A7E5-89261B87D9B5}">
      <dgm:prSet/>
      <dgm:spPr/>
      <dgm:t>
        <a:bodyPr/>
        <a:lstStyle/>
        <a:p>
          <a:endParaRPr lang="en-US"/>
        </a:p>
      </dgm:t>
    </dgm:pt>
    <dgm:pt modelId="{9360A953-6F69-4040-96E5-E128C5144362}" type="sibTrans" cxnId="{FF016549-88B4-4A8F-A7E5-89261B87D9B5}">
      <dgm:prSet/>
      <dgm:spPr/>
      <dgm:t>
        <a:bodyPr/>
        <a:lstStyle/>
        <a:p>
          <a:endParaRPr lang="en-US"/>
        </a:p>
      </dgm:t>
    </dgm:pt>
    <dgm:pt modelId="{22215246-EB23-4D3A-9FFE-04CDCE72E733}">
      <dgm:prSet/>
      <dgm:spPr/>
      <dgm:t>
        <a:bodyPr/>
        <a:lstStyle/>
        <a:p>
          <a:r>
            <a:rPr lang="en-US"/>
            <a:t>• Uso de Teams y Planner</a:t>
          </a:r>
        </a:p>
      </dgm:t>
    </dgm:pt>
    <dgm:pt modelId="{678D41DE-0FE5-4FC3-9DF5-E4F2389930A1}" type="parTrans" cxnId="{C08C11BC-1323-4B03-A6D2-772BCB1C30A1}">
      <dgm:prSet/>
      <dgm:spPr/>
      <dgm:t>
        <a:bodyPr/>
        <a:lstStyle/>
        <a:p>
          <a:endParaRPr lang="en-US"/>
        </a:p>
      </dgm:t>
    </dgm:pt>
    <dgm:pt modelId="{BF5DECE9-0BB5-4813-A8EC-01EB9B9EA568}" type="sibTrans" cxnId="{C08C11BC-1323-4B03-A6D2-772BCB1C30A1}">
      <dgm:prSet/>
      <dgm:spPr/>
      <dgm:t>
        <a:bodyPr/>
        <a:lstStyle/>
        <a:p>
          <a:endParaRPr lang="en-US"/>
        </a:p>
      </dgm:t>
    </dgm:pt>
    <dgm:pt modelId="{632EB621-BCA4-465F-833E-237E7C86A0CD}">
      <dgm:prSet/>
      <dgm:spPr/>
      <dgm:t>
        <a:bodyPr/>
        <a:lstStyle/>
        <a:p>
          <a:r>
            <a:rPr lang="en-US"/>
            <a:t>• Trabajo colaborativo</a:t>
          </a:r>
        </a:p>
      </dgm:t>
    </dgm:pt>
    <dgm:pt modelId="{DC75A020-3FEE-4767-9DC7-FBF3288673BF}" type="parTrans" cxnId="{D0F4514E-3182-46F4-A407-95B5093724D0}">
      <dgm:prSet/>
      <dgm:spPr/>
      <dgm:t>
        <a:bodyPr/>
        <a:lstStyle/>
        <a:p>
          <a:endParaRPr lang="en-US"/>
        </a:p>
      </dgm:t>
    </dgm:pt>
    <dgm:pt modelId="{EE0EAC7D-3386-43A4-872C-F61F1A831159}" type="sibTrans" cxnId="{D0F4514E-3182-46F4-A407-95B5093724D0}">
      <dgm:prSet/>
      <dgm:spPr/>
      <dgm:t>
        <a:bodyPr/>
        <a:lstStyle/>
        <a:p>
          <a:endParaRPr lang="en-US"/>
        </a:p>
      </dgm:t>
    </dgm:pt>
    <dgm:pt modelId="{D7F712CC-7AD7-4089-8504-5CDEF5446B64}" type="pres">
      <dgm:prSet presAssocID="{B4E17AD1-B7BE-4CCB-A774-170BA9709C78}" presName="root" presStyleCnt="0">
        <dgm:presLayoutVars>
          <dgm:dir/>
          <dgm:resizeHandles val="exact"/>
        </dgm:presLayoutVars>
      </dgm:prSet>
      <dgm:spPr/>
    </dgm:pt>
    <dgm:pt modelId="{D68111B6-D1E4-4A8F-BD77-36A1BA9CF254}" type="pres">
      <dgm:prSet presAssocID="{6D38C225-F8FF-4D82-91AC-85EAF433677D}" presName="compNode" presStyleCnt="0"/>
      <dgm:spPr/>
    </dgm:pt>
    <dgm:pt modelId="{D16F6376-5A2C-4CBF-8539-D3DD92574234}" type="pres">
      <dgm:prSet presAssocID="{6D38C225-F8FF-4D82-91AC-85EAF433677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s"/>
        </a:ext>
      </dgm:extLst>
    </dgm:pt>
    <dgm:pt modelId="{93F5B3F6-9EE1-4C2B-9852-74648BF2B907}" type="pres">
      <dgm:prSet presAssocID="{6D38C225-F8FF-4D82-91AC-85EAF433677D}" presName="spaceRect" presStyleCnt="0"/>
      <dgm:spPr/>
    </dgm:pt>
    <dgm:pt modelId="{77970DBB-211E-4EBA-A553-5DC8ACC0A97C}" type="pres">
      <dgm:prSet presAssocID="{6D38C225-F8FF-4D82-91AC-85EAF433677D}" presName="textRect" presStyleLbl="revTx" presStyleIdx="0" presStyleCnt="4">
        <dgm:presLayoutVars>
          <dgm:chMax val="1"/>
          <dgm:chPref val="1"/>
        </dgm:presLayoutVars>
      </dgm:prSet>
      <dgm:spPr/>
    </dgm:pt>
    <dgm:pt modelId="{0CFB204F-F7FC-45B3-B7AA-661C40A03C5F}" type="pres">
      <dgm:prSet presAssocID="{60CB0C66-D95C-45C4-BF1D-50351F114E18}" presName="sibTrans" presStyleCnt="0"/>
      <dgm:spPr/>
    </dgm:pt>
    <dgm:pt modelId="{C4162BAA-ED1C-4B15-AFDF-4163ADE886FC}" type="pres">
      <dgm:prSet presAssocID="{7A19B59F-F169-4C7B-9114-E20816E6D5D3}" presName="compNode" presStyleCnt="0"/>
      <dgm:spPr/>
    </dgm:pt>
    <dgm:pt modelId="{566A50AB-68C3-4405-B176-C248971C1B66}" type="pres">
      <dgm:prSet presAssocID="{7A19B59F-F169-4C7B-9114-E20816E6D5D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jecutar"/>
        </a:ext>
      </dgm:extLst>
    </dgm:pt>
    <dgm:pt modelId="{70518160-37CB-4E6B-B525-6B17E24D1450}" type="pres">
      <dgm:prSet presAssocID="{7A19B59F-F169-4C7B-9114-E20816E6D5D3}" presName="spaceRect" presStyleCnt="0"/>
      <dgm:spPr/>
    </dgm:pt>
    <dgm:pt modelId="{CAFF1CEA-DB18-4DFD-9CE7-3412289F34F6}" type="pres">
      <dgm:prSet presAssocID="{7A19B59F-F169-4C7B-9114-E20816E6D5D3}" presName="textRect" presStyleLbl="revTx" presStyleIdx="1" presStyleCnt="4">
        <dgm:presLayoutVars>
          <dgm:chMax val="1"/>
          <dgm:chPref val="1"/>
        </dgm:presLayoutVars>
      </dgm:prSet>
      <dgm:spPr/>
    </dgm:pt>
    <dgm:pt modelId="{2F66FEC8-A3BE-4348-91E5-6E18F04F3B2E}" type="pres">
      <dgm:prSet presAssocID="{9360A953-6F69-4040-96E5-E128C5144362}" presName="sibTrans" presStyleCnt="0"/>
      <dgm:spPr/>
    </dgm:pt>
    <dgm:pt modelId="{4B81C34F-7DEC-4FB5-8095-E8D0E88B7821}" type="pres">
      <dgm:prSet presAssocID="{22215246-EB23-4D3A-9FFE-04CDCE72E733}" presName="compNode" presStyleCnt="0"/>
      <dgm:spPr/>
    </dgm:pt>
    <dgm:pt modelId="{29BD7BBC-1BDA-4A42-A845-FEC915FAD155}" type="pres">
      <dgm:prSet presAssocID="{22215246-EB23-4D3A-9FFE-04CDCE72E73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050F0320-73AA-490B-8AC6-8B19981C46EE}" type="pres">
      <dgm:prSet presAssocID="{22215246-EB23-4D3A-9FFE-04CDCE72E733}" presName="spaceRect" presStyleCnt="0"/>
      <dgm:spPr/>
    </dgm:pt>
    <dgm:pt modelId="{52618972-9194-42E6-86BE-B968BC0BC60C}" type="pres">
      <dgm:prSet presAssocID="{22215246-EB23-4D3A-9FFE-04CDCE72E733}" presName="textRect" presStyleLbl="revTx" presStyleIdx="2" presStyleCnt="4">
        <dgm:presLayoutVars>
          <dgm:chMax val="1"/>
          <dgm:chPref val="1"/>
        </dgm:presLayoutVars>
      </dgm:prSet>
      <dgm:spPr/>
    </dgm:pt>
    <dgm:pt modelId="{AB496819-0567-454D-92C7-03ADBE987AFF}" type="pres">
      <dgm:prSet presAssocID="{BF5DECE9-0BB5-4813-A8EC-01EB9B9EA568}" presName="sibTrans" presStyleCnt="0"/>
      <dgm:spPr/>
    </dgm:pt>
    <dgm:pt modelId="{61909CCC-3605-4D36-83EE-F24D04C1EF52}" type="pres">
      <dgm:prSet presAssocID="{632EB621-BCA4-465F-833E-237E7C86A0CD}" presName="compNode" presStyleCnt="0"/>
      <dgm:spPr/>
    </dgm:pt>
    <dgm:pt modelId="{89BF2E6D-9D3A-45A5-9864-19D17A95C1B1}" type="pres">
      <dgm:prSet presAssocID="{632EB621-BCA4-465F-833E-237E7C86A0C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upo"/>
        </a:ext>
      </dgm:extLst>
    </dgm:pt>
    <dgm:pt modelId="{EB8062DF-A27A-40EE-8EA0-A5BCF8178D15}" type="pres">
      <dgm:prSet presAssocID="{632EB621-BCA4-465F-833E-237E7C86A0CD}" presName="spaceRect" presStyleCnt="0"/>
      <dgm:spPr/>
    </dgm:pt>
    <dgm:pt modelId="{B7BBFD90-17D6-4C3A-9245-97F212EA3584}" type="pres">
      <dgm:prSet presAssocID="{632EB621-BCA4-465F-833E-237E7C86A0C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E49371F-D52F-4335-BFB3-6C1532DEC138}" type="presOf" srcId="{632EB621-BCA4-465F-833E-237E7C86A0CD}" destId="{B7BBFD90-17D6-4C3A-9245-97F212EA3584}" srcOrd="0" destOrd="0" presId="urn:microsoft.com/office/officeart/2018/2/layout/IconLabelList"/>
    <dgm:cxn modelId="{CC16C647-7D1C-4C01-A272-DFDA75A07840}" type="presOf" srcId="{7A19B59F-F169-4C7B-9114-E20816E6D5D3}" destId="{CAFF1CEA-DB18-4DFD-9CE7-3412289F34F6}" srcOrd="0" destOrd="0" presId="urn:microsoft.com/office/officeart/2018/2/layout/IconLabelList"/>
    <dgm:cxn modelId="{FF016549-88B4-4A8F-A7E5-89261B87D9B5}" srcId="{B4E17AD1-B7BE-4CCB-A774-170BA9709C78}" destId="{7A19B59F-F169-4C7B-9114-E20816E6D5D3}" srcOrd="1" destOrd="0" parTransId="{1772D16C-A22D-422E-AAF7-27013B4A7AB0}" sibTransId="{9360A953-6F69-4040-96E5-E128C5144362}"/>
    <dgm:cxn modelId="{FDCA266B-7E8B-4DFE-A3A6-942036581A14}" srcId="{B4E17AD1-B7BE-4CCB-A774-170BA9709C78}" destId="{6D38C225-F8FF-4D82-91AC-85EAF433677D}" srcOrd="0" destOrd="0" parTransId="{01493B09-C87D-44FE-88E0-6999F2BB93ED}" sibTransId="{60CB0C66-D95C-45C4-BF1D-50351F114E18}"/>
    <dgm:cxn modelId="{D0F4514E-3182-46F4-A407-95B5093724D0}" srcId="{B4E17AD1-B7BE-4CCB-A774-170BA9709C78}" destId="{632EB621-BCA4-465F-833E-237E7C86A0CD}" srcOrd="3" destOrd="0" parTransId="{DC75A020-3FEE-4767-9DC7-FBF3288673BF}" sibTransId="{EE0EAC7D-3386-43A4-872C-F61F1A831159}"/>
    <dgm:cxn modelId="{FFDA5D51-9316-4495-90B9-5139C840B014}" type="presOf" srcId="{22215246-EB23-4D3A-9FFE-04CDCE72E733}" destId="{52618972-9194-42E6-86BE-B968BC0BC60C}" srcOrd="0" destOrd="0" presId="urn:microsoft.com/office/officeart/2018/2/layout/IconLabelList"/>
    <dgm:cxn modelId="{CF33AAA5-2574-4878-89B6-31C2D30790DD}" type="presOf" srcId="{6D38C225-F8FF-4D82-91AC-85EAF433677D}" destId="{77970DBB-211E-4EBA-A553-5DC8ACC0A97C}" srcOrd="0" destOrd="0" presId="urn:microsoft.com/office/officeart/2018/2/layout/IconLabelList"/>
    <dgm:cxn modelId="{C08C11BC-1323-4B03-A6D2-772BCB1C30A1}" srcId="{B4E17AD1-B7BE-4CCB-A774-170BA9709C78}" destId="{22215246-EB23-4D3A-9FFE-04CDCE72E733}" srcOrd="2" destOrd="0" parTransId="{678D41DE-0FE5-4FC3-9DF5-E4F2389930A1}" sibTransId="{BF5DECE9-0BB5-4813-A8EC-01EB9B9EA568}"/>
    <dgm:cxn modelId="{22D129F3-4F30-43DA-BBCE-8F151ECFD6F6}" type="presOf" srcId="{B4E17AD1-B7BE-4CCB-A774-170BA9709C78}" destId="{D7F712CC-7AD7-4089-8504-5CDEF5446B64}" srcOrd="0" destOrd="0" presId="urn:microsoft.com/office/officeart/2018/2/layout/IconLabelList"/>
    <dgm:cxn modelId="{8185B80E-53E5-4C6E-BA36-6980C1747E26}" type="presParOf" srcId="{D7F712CC-7AD7-4089-8504-5CDEF5446B64}" destId="{D68111B6-D1E4-4A8F-BD77-36A1BA9CF254}" srcOrd="0" destOrd="0" presId="urn:microsoft.com/office/officeart/2018/2/layout/IconLabelList"/>
    <dgm:cxn modelId="{D7E6802B-F527-49B1-B2AA-41A0F604DF0B}" type="presParOf" srcId="{D68111B6-D1E4-4A8F-BD77-36A1BA9CF254}" destId="{D16F6376-5A2C-4CBF-8539-D3DD92574234}" srcOrd="0" destOrd="0" presId="urn:microsoft.com/office/officeart/2018/2/layout/IconLabelList"/>
    <dgm:cxn modelId="{11EC2A7D-DAA9-490F-9A53-2CFA9AB241E1}" type="presParOf" srcId="{D68111B6-D1E4-4A8F-BD77-36A1BA9CF254}" destId="{93F5B3F6-9EE1-4C2B-9852-74648BF2B907}" srcOrd="1" destOrd="0" presId="urn:microsoft.com/office/officeart/2018/2/layout/IconLabelList"/>
    <dgm:cxn modelId="{1603A71B-1FBC-4064-AD27-B673AB2BDFDD}" type="presParOf" srcId="{D68111B6-D1E4-4A8F-BD77-36A1BA9CF254}" destId="{77970DBB-211E-4EBA-A553-5DC8ACC0A97C}" srcOrd="2" destOrd="0" presId="urn:microsoft.com/office/officeart/2018/2/layout/IconLabelList"/>
    <dgm:cxn modelId="{49FDC52F-6499-415A-AD7F-4E7C2B638741}" type="presParOf" srcId="{D7F712CC-7AD7-4089-8504-5CDEF5446B64}" destId="{0CFB204F-F7FC-45B3-B7AA-661C40A03C5F}" srcOrd="1" destOrd="0" presId="urn:microsoft.com/office/officeart/2018/2/layout/IconLabelList"/>
    <dgm:cxn modelId="{7C64AAD5-7864-4946-89C2-51AEB327BBD2}" type="presParOf" srcId="{D7F712CC-7AD7-4089-8504-5CDEF5446B64}" destId="{C4162BAA-ED1C-4B15-AFDF-4163ADE886FC}" srcOrd="2" destOrd="0" presId="urn:microsoft.com/office/officeart/2018/2/layout/IconLabelList"/>
    <dgm:cxn modelId="{F7248EBA-97BF-4A46-ABDB-93AD853EB5DD}" type="presParOf" srcId="{C4162BAA-ED1C-4B15-AFDF-4163ADE886FC}" destId="{566A50AB-68C3-4405-B176-C248971C1B66}" srcOrd="0" destOrd="0" presId="urn:microsoft.com/office/officeart/2018/2/layout/IconLabelList"/>
    <dgm:cxn modelId="{93FA2B6E-62A1-4C4B-92C7-B8E869286A0F}" type="presParOf" srcId="{C4162BAA-ED1C-4B15-AFDF-4163ADE886FC}" destId="{70518160-37CB-4E6B-B525-6B17E24D1450}" srcOrd="1" destOrd="0" presId="urn:microsoft.com/office/officeart/2018/2/layout/IconLabelList"/>
    <dgm:cxn modelId="{3110D173-2019-4A12-8063-0E339FEE7206}" type="presParOf" srcId="{C4162BAA-ED1C-4B15-AFDF-4163ADE886FC}" destId="{CAFF1CEA-DB18-4DFD-9CE7-3412289F34F6}" srcOrd="2" destOrd="0" presId="urn:microsoft.com/office/officeart/2018/2/layout/IconLabelList"/>
    <dgm:cxn modelId="{F72029E1-CED9-4EB0-BF8C-DD973C7B4253}" type="presParOf" srcId="{D7F712CC-7AD7-4089-8504-5CDEF5446B64}" destId="{2F66FEC8-A3BE-4348-91E5-6E18F04F3B2E}" srcOrd="3" destOrd="0" presId="urn:microsoft.com/office/officeart/2018/2/layout/IconLabelList"/>
    <dgm:cxn modelId="{2D45C09E-85A7-42FC-8A16-C7299951BC03}" type="presParOf" srcId="{D7F712CC-7AD7-4089-8504-5CDEF5446B64}" destId="{4B81C34F-7DEC-4FB5-8095-E8D0E88B7821}" srcOrd="4" destOrd="0" presId="urn:microsoft.com/office/officeart/2018/2/layout/IconLabelList"/>
    <dgm:cxn modelId="{0BBBA76B-9B82-44AF-BF52-AF1961F16FD2}" type="presParOf" srcId="{4B81C34F-7DEC-4FB5-8095-E8D0E88B7821}" destId="{29BD7BBC-1BDA-4A42-A845-FEC915FAD155}" srcOrd="0" destOrd="0" presId="urn:microsoft.com/office/officeart/2018/2/layout/IconLabelList"/>
    <dgm:cxn modelId="{556B025C-B32E-459C-8BD0-962EE533D2A2}" type="presParOf" srcId="{4B81C34F-7DEC-4FB5-8095-E8D0E88B7821}" destId="{050F0320-73AA-490B-8AC6-8B19981C46EE}" srcOrd="1" destOrd="0" presId="urn:microsoft.com/office/officeart/2018/2/layout/IconLabelList"/>
    <dgm:cxn modelId="{2EA5E23A-BCC7-405D-820E-F3CA35CBE843}" type="presParOf" srcId="{4B81C34F-7DEC-4FB5-8095-E8D0E88B7821}" destId="{52618972-9194-42E6-86BE-B968BC0BC60C}" srcOrd="2" destOrd="0" presId="urn:microsoft.com/office/officeart/2018/2/layout/IconLabelList"/>
    <dgm:cxn modelId="{5EF99F6B-FE14-4B1B-A84A-EA6E6030F283}" type="presParOf" srcId="{D7F712CC-7AD7-4089-8504-5CDEF5446B64}" destId="{AB496819-0567-454D-92C7-03ADBE987AFF}" srcOrd="5" destOrd="0" presId="urn:microsoft.com/office/officeart/2018/2/layout/IconLabelList"/>
    <dgm:cxn modelId="{F550E351-C854-45A8-A0AB-32110E57C4E1}" type="presParOf" srcId="{D7F712CC-7AD7-4089-8504-5CDEF5446B64}" destId="{61909CCC-3605-4D36-83EE-F24D04C1EF52}" srcOrd="6" destOrd="0" presId="urn:microsoft.com/office/officeart/2018/2/layout/IconLabelList"/>
    <dgm:cxn modelId="{427722EE-3A6C-415E-B001-1A02420364C6}" type="presParOf" srcId="{61909CCC-3605-4D36-83EE-F24D04C1EF52}" destId="{89BF2E6D-9D3A-45A5-9864-19D17A95C1B1}" srcOrd="0" destOrd="0" presId="urn:microsoft.com/office/officeart/2018/2/layout/IconLabelList"/>
    <dgm:cxn modelId="{839D21F7-6A54-4777-A104-E9431A2EDE3F}" type="presParOf" srcId="{61909CCC-3605-4D36-83EE-F24D04C1EF52}" destId="{EB8062DF-A27A-40EE-8EA0-A5BCF8178D15}" srcOrd="1" destOrd="0" presId="urn:microsoft.com/office/officeart/2018/2/layout/IconLabelList"/>
    <dgm:cxn modelId="{97B8E300-D742-48D2-AD42-F827A9416575}" type="presParOf" srcId="{61909CCC-3605-4D36-83EE-F24D04C1EF52}" destId="{B7BBFD90-17D6-4C3A-9245-97F212EA358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7DFDAE1-6E5D-4B5D-B26B-2F0D4C09A25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B99C8A7-C65A-43EC-802E-F6EAAE3E5030}">
      <dgm:prSet/>
      <dgm:spPr/>
      <dgm:t>
        <a:bodyPr/>
        <a:lstStyle/>
        <a:p>
          <a:pPr>
            <a:defRPr cap="all"/>
          </a:pPr>
          <a:r>
            <a:rPr lang="en-US"/>
            <a:t>Inicio: 27 de agosto</a:t>
          </a:r>
        </a:p>
      </dgm:t>
    </dgm:pt>
    <dgm:pt modelId="{1154761E-09CA-4A06-B110-4D7C0B9035EA}" type="parTrans" cxnId="{B14F7117-BEB1-4C84-B649-93CA3C2DAA6F}">
      <dgm:prSet/>
      <dgm:spPr/>
      <dgm:t>
        <a:bodyPr/>
        <a:lstStyle/>
        <a:p>
          <a:endParaRPr lang="en-US"/>
        </a:p>
      </dgm:t>
    </dgm:pt>
    <dgm:pt modelId="{486EDA4D-8E65-41C0-BDBA-38E777BE2078}" type="sibTrans" cxnId="{B14F7117-BEB1-4C84-B649-93CA3C2DAA6F}">
      <dgm:prSet/>
      <dgm:spPr/>
      <dgm:t>
        <a:bodyPr/>
        <a:lstStyle/>
        <a:p>
          <a:endParaRPr lang="en-US"/>
        </a:p>
      </dgm:t>
    </dgm:pt>
    <dgm:pt modelId="{A4D20EFD-9840-4E5E-89AD-BD20F26AFADF}">
      <dgm:prSet/>
      <dgm:spPr/>
      <dgm:t>
        <a:bodyPr/>
        <a:lstStyle/>
        <a:p>
          <a:pPr>
            <a:defRPr cap="all"/>
          </a:pPr>
          <a:r>
            <a:rPr lang="en-US"/>
            <a:t>Término: 5 de diciembre</a:t>
          </a:r>
        </a:p>
      </dgm:t>
    </dgm:pt>
    <dgm:pt modelId="{40539D94-5A24-4507-B048-F9DFC61FFA21}" type="parTrans" cxnId="{B682E76D-13EC-48BC-9DBC-0B67C65B7342}">
      <dgm:prSet/>
      <dgm:spPr/>
      <dgm:t>
        <a:bodyPr/>
        <a:lstStyle/>
        <a:p>
          <a:endParaRPr lang="en-US"/>
        </a:p>
      </dgm:t>
    </dgm:pt>
    <dgm:pt modelId="{968DA243-1218-4949-90EE-8BA14766DF10}" type="sibTrans" cxnId="{B682E76D-13EC-48BC-9DBC-0B67C65B7342}">
      <dgm:prSet/>
      <dgm:spPr/>
      <dgm:t>
        <a:bodyPr/>
        <a:lstStyle/>
        <a:p>
          <a:endParaRPr lang="en-US"/>
        </a:p>
      </dgm:t>
    </dgm:pt>
    <dgm:pt modelId="{2418314C-39B8-402E-817D-600162E8E0B5}">
      <dgm:prSet/>
      <dgm:spPr/>
      <dgm:t>
        <a:bodyPr/>
        <a:lstStyle/>
        <a:p>
          <a:pPr>
            <a:defRPr cap="all"/>
          </a:pPr>
          <a:r>
            <a:rPr lang="en-US"/>
            <a:t>Proyecto desarrollado y completado según planificación inicial.</a:t>
          </a:r>
        </a:p>
      </dgm:t>
    </dgm:pt>
    <dgm:pt modelId="{FF9A5A4C-7708-48D7-BFB6-7697596273C9}" type="parTrans" cxnId="{EAAA6646-2EC3-4636-B729-F6FA29C543B5}">
      <dgm:prSet/>
      <dgm:spPr/>
      <dgm:t>
        <a:bodyPr/>
        <a:lstStyle/>
        <a:p>
          <a:endParaRPr lang="en-US"/>
        </a:p>
      </dgm:t>
    </dgm:pt>
    <dgm:pt modelId="{BBDFDECA-9C93-4584-B8A7-EAA978778D6B}" type="sibTrans" cxnId="{EAAA6646-2EC3-4636-B729-F6FA29C543B5}">
      <dgm:prSet/>
      <dgm:spPr/>
      <dgm:t>
        <a:bodyPr/>
        <a:lstStyle/>
        <a:p>
          <a:endParaRPr lang="en-US"/>
        </a:p>
      </dgm:t>
    </dgm:pt>
    <dgm:pt modelId="{AF9440CF-3B51-4FE3-97B3-BDB11F39A907}" type="pres">
      <dgm:prSet presAssocID="{77DFDAE1-6E5D-4B5D-B26B-2F0D4C09A25D}" presName="root" presStyleCnt="0">
        <dgm:presLayoutVars>
          <dgm:dir/>
          <dgm:resizeHandles val="exact"/>
        </dgm:presLayoutVars>
      </dgm:prSet>
      <dgm:spPr/>
    </dgm:pt>
    <dgm:pt modelId="{66F3CEF8-2103-4F6C-BB65-35443986CF4F}" type="pres">
      <dgm:prSet presAssocID="{5B99C8A7-C65A-43EC-802E-F6EAAE3E5030}" presName="compNode" presStyleCnt="0"/>
      <dgm:spPr/>
    </dgm:pt>
    <dgm:pt modelId="{B2B16D9B-7AB7-4BFA-85D9-B6C6EA954A92}" type="pres">
      <dgm:prSet presAssocID="{5B99C8A7-C65A-43EC-802E-F6EAAE3E5030}" presName="iconBgRect" presStyleLbl="bgShp" presStyleIdx="0" presStyleCnt="3"/>
      <dgm:spPr/>
    </dgm:pt>
    <dgm:pt modelId="{AEB65399-D0E6-47F9-90CD-0CFADAB9D2B2}" type="pres">
      <dgm:prSet presAssocID="{5B99C8A7-C65A-43EC-802E-F6EAAE3E503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sa"/>
        </a:ext>
      </dgm:extLst>
    </dgm:pt>
    <dgm:pt modelId="{B8CD4871-4F9A-4AE9-AD84-63E7E9A7B19A}" type="pres">
      <dgm:prSet presAssocID="{5B99C8A7-C65A-43EC-802E-F6EAAE3E5030}" presName="spaceRect" presStyleCnt="0"/>
      <dgm:spPr/>
    </dgm:pt>
    <dgm:pt modelId="{D0873733-0F1F-4310-A452-0FB56E85694F}" type="pres">
      <dgm:prSet presAssocID="{5B99C8A7-C65A-43EC-802E-F6EAAE3E5030}" presName="textRect" presStyleLbl="revTx" presStyleIdx="0" presStyleCnt="3">
        <dgm:presLayoutVars>
          <dgm:chMax val="1"/>
          <dgm:chPref val="1"/>
        </dgm:presLayoutVars>
      </dgm:prSet>
      <dgm:spPr/>
    </dgm:pt>
    <dgm:pt modelId="{98F3F4C4-5C47-4D8D-A2F3-1A1A0BE16591}" type="pres">
      <dgm:prSet presAssocID="{486EDA4D-8E65-41C0-BDBA-38E777BE2078}" presName="sibTrans" presStyleCnt="0"/>
      <dgm:spPr/>
    </dgm:pt>
    <dgm:pt modelId="{A2298264-81AB-4A7B-8408-D08AE55E8503}" type="pres">
      <dgm:prSet presAssocID="{A4D20EFD-9840-4E5E-89AD-BD20F26AFADF}" presName="compNode" presStyleCnt="0"/>
      <dgm:spPr/>
    </dgm:pt>
    <dgm:pt modelId="{61DE98B7-7CBA-46BD-9C27-AE6405762134}" type="pres">
      <dgm:prSet presAssocID="{A4D20EFD-9840-4E5E-89AD-BD20F26AFADF}" presName="iconBgRect" presStyleLbl="bgShp" presStyleIdx="1" presStyleCnt="3"/>
      <dgm:spPr/>
    </dgm:pt>
    <dgm:pt modelId="{670D1959-437F-4D5C-8486-94BE389D110C}" type="pres">
      <dgm:prSet presAssocID="{A4D20EFD-9840-4E5E-89AD-BD20F26AFAD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po de nieve"/>
        </a:ext>
      </dgm:extLst>
    </dgm:pt>
    <dgm:pt modelId="{26D80478-7ABD-4D43-BF3A-306E5460B9C1}" type="pres">
      <dgm:prSet presAssocID="{A4D20EFD-9840-4E5E-89AD-BD20F26AFADF}" presName="spaceRect" presStyleCnt="0"/>
      <dgm:spPr/>
    </dgm:pt>
    <dgm:pt modelId="{79E10A3B-7E84-40E7-A556-2E072561123A}" type="pres">
      <dgm:prSet presAssocID="{A4D20EFD-9840-4E5E-89AD-BD20F26AFADF}" presName="textRect" presStyleLbl="revTx" presStyleIdx="1" presStyleCnt="3">
        <dgm:presLayoutVars>
          <dgm:chMax val="1"/>
          <dgm:chPref val="1"/>
        </dgm:presLayoutVars>
      </dgm:prSet>
      <dgm:spPr/>
    </dgm:pt>
    <dgm:pt modelId="{3C56EC39-A19A-47C7-8CB7-92CAD0D78DAD}" type="pres">
      <dgm:prSet presAssocID="{968DA243-1218-4949-90EE-8BA14766DF10}" presName="sibTrans" presStyleCnt="0"/>
      <dgm:spPr/>
    </dgm:pt>
    <dgm:pt modelId="{DA90C090-96C6-41E6-B8D7-2778BF83434D}" type="pres">
      <dgm:prSet presAssocID="{2418314C-39B8-402E-817D-600162E8E0B5}" presName="compNode" presStyleCnt="0"/>
      <dgm:spPr/>
    </dgm:pt>
    <dgm:pt modelId="{CD9117B2-A69C-4788-B1D4-89DE2F1F4675}" type="pres">
      <dgm:prSet presAssocID="{2418314C-39B8-402E-817D-600162E8E0B5}" presName="iconBgRect" presStyleLbl="bgShp" presStyleIdx="2" presStyleCnt="3"/>
      <dgm:spPr/>
    </dgm:pt>
    <dgm:pt modelId="{887BA78E-3E8D-4AB4-BD28-057771B64106}" type="pres">
      <dgm:prSet presAssocID="{2418314C-39B8-402E-817D-600162E8E0B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813B1586-DBEE-4638-8386-CAB4D1AFF66C}" type="pres">
      <dgm:prSet presAssocID="{2418314C-39B8-402E-817D-600162E8E0B5}" presName="spaceRect" presStyleCnt="0"/>
      <dgm:spPr/>
    </dgm:pt>
    <dgm:pt modelId="{D0702C84-6824-416E-8263-EE873839EEC9}" type="pres">
      <dgm:prSet presAssocID="{2418314C-39B8-402E-817D-600162E8E0B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14F7117-BEB1-4C84-B649-93CA3C2DAA6F}" srcId="{77DFDAE1-6E5D-4B5D-B26B-2F0D4C09A25D}" destId="{5B99C8A7-C65A-43EC-802E-F6EAAE3E5030}" srcOrd="0" destOrd="0" parTransId="{1154761E-09CA-4A06-B110-4D7C0B9035EA}" sibTransId="{486EDA4D-8E65-41C0-BDBA-38E777BE2078}"/>
    <dgm:cxn modelId="{95B76F1E-B40E-458E-8968-C6E9DD6F4D14}" type="presOf" srcId="{2418314C-39B8-402E-817D-600162E8E0B5}" destId="{D0702C84-6824-416E-8263-EE873839EEC9}" srcOrd="0" destOrd="0" presId="urn:microsoft.com/office/officeart/2018/5/layout/IconCircleLabelList"/>
    <dgm:cxn modelId="{EAAA6646-2EC3-4636-B729-F6FA29C543B5}" srcId="{77DFDAE1-6E5D-4B5D-B26B-2F0D4C09A25D}" destId="{2418314C-39B8-402E-817D-600162E8E0B5}" srcOrd="2" destOrd="0" parTransId="{FF9A5A4C-7708-48D7-BFB6-7697596273C9}" sibTransId="{BBDFDECA-9C93-4584-B8A7-EAA978778D6B}"/>
    <dgm:cxn modelId="{B682E76D-13EC-48BC-9DBC-0B67C65B7342}" srcId="{77DFDAE1-6E5D-4B5D-B26B-2F0D4C09A25D}" destId="{A4D20EFD-9840-4E5E-89AD-BD20F26AFADF}" srcOrd="1" destOrd="0" parTransId="{40539D94-5A24-4507-B048-F9DFC61FFA21}" sibTransId="{968DA243-1218-4949-90EE-8BA14766DF10}"/>
    <dgm:cxn modelId="{67B6F1AC-1366-4879-B55D-290CA5E10365}" type="presOf" srcId="{77DFDAE1-6E5D-4B5D-B26B-2F0D4C09A25D}" destId="{AF9440CF-3B51-4FE3-97B3-BDB11F39A907}" srcOrd="0" destOrd="0" presId="urn:microsoft.com/office/officeart/2018/5/layout/IconCircleLabelList"/>
    <dgm:cxn modelId="{26E231CF-2766-4C14-9769-FA6CA6D5344D}" type="presOf" srcId="{A4D20EFD-9840-4E5E-89AD-BD20F26AFADF}" destId="{79E10A3B-7E84-40E7-A556-2E072561123A}" srcOrd="0" destOrd="0" presId="urn:microsoft.com/office/officeart/2018/5/layout/IconCircleLabelList"/>
    <dgm:cxn modelId="{059A04DB-AB5C-4A68-9DF4-4E1B9D7EC4AE}" type="presOf" srcId="{5B99C8A7-C65A-43EC-802E-F6EAAE3E5030}" destId="{D0873733-0F1F-4310-A452-0FB56E85694F}" srcOrd="0" destOrd="0" presId="urn:microsoft.com/office/officeart/2018/5/layout/IconCircleLabelList"/>
    <dgm:cxn modelId="{DE6C0F14-75AC-4F35-9FF6-A1C07507BA45}" type="presParOf" srcId="{AF9440CF-3B51-4FE3-97B3-BDB11F39A907}" destId="{66F3CEF8-2103-4F6C-BB65-35443986CF4F}" srcOrd="0" destOrd="0" presId="urn:microsoft.com/office/officeart/2018/5/layout/IconCircleLabelList"/>
    <dgm:cxn modelId="{95613FB9-2725-483C-849D-AA988EB64EE7}" type="presParOf" srcId="{66F3CEF8-2103-4F6C-BB65-35443986CF4F}" destId="{B2B16D9B-7AB7-4BFA-85D9-B6C6EA954A92}" srcOrd="0" destOrd="0" presId="urn:microsoft.com/office/officeart/2018/5/layout/IconCircleLabelList"/>
    <dgm:cxn modelId="{C85DBAC5-2FD3-4A62-A5A8-398230634129}" type="presParOf" srcId="{66F3CEF8-2103-4F6C-BB65-35443986CF4F}" destId="{AEB65399-D0E6-47F9-90CD-0CFADAB9D2B2}" srcOrd="1" destOrd="0" presId="urn:microsoft.com/office/officeart/2018/5/layout/IconCircleLabelList"/>
    <dgm:cxn modelId="{869DDC0A-DC90-4DB2-920A-6FC1D835022A}" type="presParOf" srcId="{66F3CEF8-2103-4F6C-BB65-35443986CF4F}" destId="{B8CD4871-4F9A-4AE9-AD84-63E7E9A7B19A}" srcOrd="2" destOrd="0" presId="urn:microsoft.com/office/officeart/2018/5/layout/IconCircleLabelList"/>
    <dgm:cxn modelId="{B457A975-7648-45CF-8A10-BFD69BB2B9F6}" type="presParOf" srcId="{66F3CEF8-2103-4F6C-BB65-35443986CF4F}" destId="{D0873733-0F1F-4310-A452-0FB56E85694F}" srcOrd="3" destOrd="0" presId="urn:microsoft.com/office/officeart/2018/5/layout/IconCircleLabelList"/>
    <dgm:cxn modelId="{AEE43FC4-904C-4261-85F0-1378906AB3F0}" type="presParOf" srcId="{AF9440CF-3B51-4FE3-97B3-BDB11F39A907}" destId="{98F3F4C4-5C47-4D8D-A2F3-1A1A0BE16591}" srcOrd="1" destOrd="0" presId="urn:microsoft.com/office/officeart/2018/5/layout/IconCircleLabelList"/>
    <dgm:cxn modelId="{9EF858E7-3F19-4EFC-8294-5999A9219F57}" type="presParOf" srcId="{AF9440CF-3B51-4FE3-97B3-BDB11F39A907}" destId="{A2298264-81AB-4A7B-8408-D08AE55E8503}" srcOrd="2" destOrd="0" presId="urn:microsoft.com/office/officeart/2018/5/layout/IconCircleLabelList"/>
    <dgm:cxn modelId="{DDBCDA24-9A42-45CB-BA19-F38B20EA86B3}" type="presParOf" srcId="{A2298264-81AB-4A7B-8408-D08AE55E8503}" destId="{61DE98B7-7CBA-46BD-9C27-AE6405762134}" srcOrd="0" destOrd="0" presId="urn:microsoft.com/office/officeart/2018/5/layout/IconCircleLabelList"/>
    <dgm:cxn modelId="{5373F8CE-D8B9-48C0-BD0E-FB4184C391D5}" type="presParOf" srcId="{A2298264-81AB-4A7B-8408-D08AE55E8503}" destId="{670D1959-437F-4D5C-8486-94BE389D110C}" srcOrd="1" destOrd="0" presId="urn:microsoft.com/office/officeart/2018/5/layout/IconCircleLabelList"/>
    <dgm:cxn modelId="{16AD51CC-3040-4A79-B100-2DFEF16B49B1}" type="presParOf" srcId="{A2298264-81AB-4A7B-8408-D08AE55E8503}" destId="{26D80478-7ABD-4D43-BF3A-306E5460B9C1}" srcOrd="2" destOrd="0" presId="urn:microsoft.com/office/officeart/2018/5/layout/IconCircleLabelList"/>
    <dgm:cxn modelId="{9FD2D5BE-F868-4FC0-951A-C30024764B89}" type="presParOf" srcId="{A2298264-81AB-4A7B-8408-D08AE55E8503}" destId="{79E10A3B-7E84-40E7-A556-2E072561123A}" srcOrd="3" destOrd="0" presId="urn:microsoft.com/office/officeart/2018/5/layout/IconCircleLabelList"/>
    <dgm:cxn modelId="{3EB0E656-C6E5-4A04-A9A2-99089D7D62C3}" type="presParOf" srcId="{AF9440CF-3B51-4FE3-97B3-BDB11F39A907}" destId="{3C56EC39-A19A-47C7-8CB7-92CAD0D78DAD}" srcOrd="3" destOrd="0" presId="urn:microsoft.com/office/officeart/2018/5/layout/IconCircleLabelList"/>
    <dgm:cxn modelId="{577DC1CB-3076-4464-9BDF-CF7B6E478035}" type="presParOf" srcId="{AF9440CF-3B51-4FE3-97B3-BDB11F39A907}" destId="{DA90C090-96C6-41E6-B8D7-2778BF83434D}" srcOrd="4" destOrd="0" presId="urn:microsoft.com/office/officeart/2018/5/layout/IconCircleLabelList"/>
    <dgm:cxn modelId="{DFE6CD7B-32D4-4BF0-AF01-ED0BAEBA6F03}" type="presParOf" srcId="{DA90C090-96C6-41E6-B8D7-2778BF83434D}" destId="{CD9117B2-A69C-4788-B1D4-89DE2F1F4675}" srcOrd="0" destOrd="0" presId="urn:microsoft.com/office/officeart/2018/5/layout/IconCircleLabelList"/>
    <dgm:cxn modelId="{C9914E41-1565-44A3-B99A-25C860FB3016}" type="presParOf" srcId="{DA90C090-96C6-41E6-B8D7-2778BF83434D}" destId="{887BA78E-3E8D-4AB4-BD28-057771B64106}" srcOrd="1" destOrd="0" presId="urn:microsoft.com/office/officeart/2018/5/layout/IconCircleLabelList"/>
    <dgm:cxn modelId="{8255C29F-1C83-4972-8DBC-6E5865D99738}" type="presParOf" srcId="{DA90C090-96C6-41E6-B8D7-2778BF83434D}" destId="{813B1586-DBEE-4638-8386-CAB4D1AFF66C}" srcOrd="2" destOrd="0" presId="urn:microsoft.com/office/officeart/2018/5/layout/IconCircleLabelList"/>
    <dgm:cxn modelId="{428D68E7-9EE1-45A4-BC12-7B4501B29C65}" type="presParOf" srcId="{DA90C090-96C6-41E6-B8D7-2778BF83434D}" destId="{D0702C84-6824-416E-8263-EE873839EEC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6374EB7-4637-420A-BE09-F163DB84079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5BE48D2-1684-44D3-B1D4-71F008FF92F2}">
      <dgm:prSet/>
      <dgm:spPr/>
      <dgm:t>
        <a:bodyPr/>
        <a:lstStyle/>
        <a:p>
          <a:pPr>
            <a:defRPr cap="all"/>
          </a:pPr>
          <a:r>
            <a:rPr lang="en-US"/>
            <a:t>Arquitectura en capas:</a:t>
          </a:r>
        </a:p>
      </dgm:t>
    </dgm:pt>
    <dgm:pt modelId="{93584B45-623C-4A4B-9B8E-3904CDE65533}" type="parTrans" cxnId="{4C02C1C5-219B-41EC-8F03-B651978E9A5A}">
      <dgm:prSet/>
      <dgm:spPr/>
      <dgm:t>
        <a:bodyPr/>
        <a:lstStyle/>
        <a:p>
          <a:endParaRPr lang="en-US"/>
        </a:p>
      </dgm:t>
    </dgm:pt>
    <dgm:pt modelId="{F2981D35-E895-4AD8-886D-591F0C96EFF6}" type="sibTrans" cxnId="{4C02C1C5-219B-41EC-8F03-B651978E9A5A}">
      <dgm:prSet/>
      <dgm:spPr/>
      <dgm:t>
        <a:bodyPr/>
        <a:lstStyle/>
        <a:p>
          <a:endParaRPr lang="en-US"/>
        </a:p>
      </dgm:t>
    </dgm:pt>
    <dgm:pt modelId="{9AB926A2-8B9F-4970-A622-C71C017144E0}">
      <dgm:prSet/>
      <dgm:spPr/>
      <dgm:t>
        <a:bodyPr/>
        <a:lstStyle/>
        <a:p>
          <a:pPr>
            <a:defRPr cap="all"/>
          </a:pPr>
          <a:r>
            <a:rPr lang="en-US"/>
            <a:t>• Capa de presentación (WinForms)</a:t>
          </a:r>
        </a:p>
      </dgm:t>
    </dgm:pt>
    <dgm:pt modelId="{7D6A09DE-E1DA-4CF5-B256-721D246FD09D}" type="parTrans" cxnId="{CDFB91B7-DBDC-4DB6-AE51-E3ADFAC234E4}">
      <dgm:prSet/>
      <dgm:spPr/>
      <dgm:t>
        <a:bodyPr/>
        <a:lstStyle/>
        <a:p>
          <a:endParaRPr lang="en-US"/>
        </a:p>
      </dgm:t>
    </dgm:pt>
    <dgm:pt modelId="{1D5C6FCB-6FF9-4019-8BCD-A387C2228170}" type="sibTrans" cxnId="{CDFB91B7-DBDC-4DB6-AE51-E3ADFAC234E4}">
      <dgm:prSet/>
      <dgm:spPr/>
      <dgm:t>
        <a:bodyPr/>
        <a:lstStyle/>
        <a:p>
          <a:endParaRPr lang="en-US"/>
        </a:p>
      </dgm:t>
    </dgm:pt>
    <dgm:pt modelId="{A2AF9DE5-6E30-4475-89B9-DE2522E5241B}">
      <dgm:prSet/>
      <dgm:spPr/>
      <dgm:t>
        <a:bodyPr/>
        <a:lstStyle/>
        <a:p>
          <a:pPr>
            <a:defRPr cap="all"/>
          </a:pPr>
          <a:r>
            <a:rPr lang="en-US"/>
            <a:t>• Capa de lógica de negocio</a:t>
          </a:r>
        </a:p>
      </dgm:t>
    </dgm:pt>
    <dgm:pt modelId="{45FBAE49-0EC8-42B2-BAB4-71C7EE1DD87F}" type="parTrans" cxnId="{B8897388-6CEF-4593-A318-9D96C1307447}">
      <dgm:prSet/>
      <dgm:spPr/>
      <dgm:t>
        <a:bodyPr/>
        <a:lstStyle/>
        <a:p>
          <a:endParaRPr lang="en-US"/>
        </a:p>
      </dgm:t>
    </dgm:pt>
    <dgm:pt modelId="{8C18B327-8F45-4252-BEF0-A0F1C0D48F8A}" type="sibTrans" cxnId="{B8897388-6CEF-4593-A318-9D96C1307447}">
      <dgm:prSet/>
      <dgm:spPr/>
      <dgm:t>
        <a:bodyPr/>
        <a:lstStyle/>
        <a:p>
          <a:endParaRPr lang="en-US"/>
        </a:p>
      </dgm:t>
    </dgm:pt>
    <dgm:pt modelId="{7A650BA0-BCA2-4810-ACE1-D9E52525D82D}">
      <dgm:prSet/>
      <dgm:spPr/>
      <dgm:t>
        <a:bodyPr/>
        <a:lstStyle/>
        <a:p>
          <a:pPr>
            <a:defRPr cap="all"/>
          </a:pPr>
          <a:r>
            <a:rPr lang="en-US"/>
            <a:t>• Capa de datos (MySQL)</a:t>
          </a:r>
        </a:p>
      </dgm:t>
    </dgm:pt>
    <dgm:pt modelId="{C5F8A1F7-79F6-4641-A9DD-B28CF4D3DC4C}" type="parTrans" cxnId="{17DE9C84-3481-43B0-907C-87FFD7D12EDA}">
      <dgm:prSet/>
      <dgm:spPr/>
      <dgm:t>
        <a:bodyPr/>
        <a:lstStyle/>
        <a:p>
          <a:endParaRPr lang="en-US"/>
        </a:p>
      </dgm:t>
    </dgm:pt>
    <dgm:pt modelId="{FA179DB9-9E01-4594-8A35-8450DAF40D71}" type="sibTrans" cxnId="{17DE9C84-3481-43B0-907C-87FFD7D12EDA}">
      <dgm:prSet/>
      <dgm:spPr/>
      <dgm:t>
        <a:bodyPr/>
        <a:lstStyle/>
        <a:p>
          <a:endParaRPr lang="en-US"/>
        </a:p>
      </dgm:t>
    </dgm:pt>
    <dgm:pt modelId="{9204CAB5-E34A-45AB-B3D4-6B14F9F9DABA}" type="pres">
      <dgm:prSet presAssocID="{46374EB7-4637-420A-BE09-F163DB840791}" presName="root" presStyleCnt="0">
        <dgm:presLayoutVars>
          <dgm:dir/>
          <dgm:resizeHandles val="exact"/>
        </dgm:presLayoutVars>
      </dgm:prSet>
      <dgm:spPr/>
    </dgm:pt>
    <dgm:pt modelId="{69F1837C-683C-4757-A3C0-18D916FBC54C}" type="pres">
      <dgm:prSet presAssocID="{B5BE48D2-1684-44D3-B1D4-71F008FF92F2}" presName="compNode" presStyleCnt="0"/>
      <dgm:spPr/>
    </dgm:pt>
    <dgm:pt modelId="{CB7E312B-FEB3-491E-ADC3-D8756C6BE4C2}" type="pres">
      <dgm:prSet presAssocID="{B5BE48D2-1684-44D3-B1D4-71F008FF92F2}" presName="iconBgRect" presStyleLbl="bgShp" presStyleIdx="0" presStyleCnt="4"/>
      <dgm:spPr/>
    </dgm:pt>
    <dgm:pt modelId="{01F6CB01-2751-4B3B-ABC2-0A99A79B1FD3}" type="pres">
      <dgm:prSet presAssocID="{B5BE48D2-1684-44D3-B1D4-71F008FF92F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641852D4-9A4C-4A40-8C30-A8675EA782A8}" type="pres">
      <dgm:prSet presAssocID="{B5BE48D2-1684-44D3-B1D4-71F008FF92F2}" presName="spaceRect" presStyleCnt="0"/>
      <dgm:spPr/>
    </dgm:pt>
    <dgm:pt modelId="{1DC4FB3F-2446-47EB-8239-A70770F863CC}" type="pres">
      <dgm:prSet presAssocID="{B5BE48D2-1684-44D3-B1D4-71F008FF92F2}" presName="textRect" presStyleLbl="revTx" presStyleIdx="0" presStyleCnt="4">
        <dgm:presLayoutVars>
          <dgm:chMax val="1"/>
          <dgm:chPref val="1"/>
        </dgm:presLayoutVars>
      </dgm:prSet>
      <dgm:spPr/>
    </dgm:pt>
    <dgm:pt modelId="{CF8CC1E8-3EEE-406C-BDD3-F2A324B4D4DC}" type="pres">
      <dgm:prSet presAssocID="{F2981D35-E895-4AD8-886D-591F0C96EFF6}" presName="sibTrans" presStyleCnt="0"/>
      <dgm:spPr/>
    </dgm:pt>
    <dgm:pt modelId="{2821F33B-B76C-4FE9-B3C1-4402E620BDE0}" type="pres">
      <dgm:prSet presAssocID="{9AB926A2-8B9F-4970-A622-C71C017144E0}" presName="compNode" presStyleCnt="0"/>
      <dgm:spPr/>
    </dgm:pt>
    <dgm:pt modelId="{56F2B76B-209B-40A0-857D-3B1F776BE80A}" type="pres">
      <dgm:prSet presAssocID="{9AB926A2-8B9F-4970-A622-C71C017144E0}" presName="iconBgRect" presStyleLbl="bgShp" presStyleIdx="1" presStyleCnt="4"/>
      <dgm:spPr/>
    </dgm:pt>
    <dgm:pt modelId="{D0AF43AC-E734-4CA2-8C33-2D841B1630F2}" type="pres">
      <dgm:prSet presAssocID="{9AB926A2-8B9F-4970-A622-C71C017144E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lda"/>
        </a:ext>
      </dgm:extLst>
    </dgm:pt>
    <dgm:pt modelId="{CE32EFA2-212B-407D-9D6F-16676FE5A8BC}" type="pres">
      <dgm:prSet presAssocID="{9AB926A2-8B9F-4970-A622-C71C017144E0}" presName="spaceRect" presStyleCnt="0"/>
      <dgm:spPr/>
    </dgm:pt>
    <dgm:pt modelId="{207563DF-3053-44C8-A673-9F763B93405C}" type="pres">
      <dgm:prSet presAssocID="{9AB926A2-8B9F-4970-A622-C71C017144E0}" presName="textRect" presStyleLbl="revTx" presStyleIdx="1" presStyleCnt="4">
        <dgm:presLayoutVars>
          <dgm:chMax val="1"/>
          <dgm:chPref val="1"/>
        </dgm:presLayoutVars>
      </dgm:prSet>
      <dgm:spPr/>
    </dgm:pt>
    <dgm:pt modelId="{9B9A4E22-3072-4CD4-819C-54676D8FBA40}" type="pres">
      <dgm:prSet presAssocID="{1D5C6FCB-6FF9-4019-8BCD-A387C2228170}" presName="sibTrans" presStyleCnt="0"/>
      <dgm:spPr/>
    </dgm:pt>
    <dgm:pt modelId="{60896690-F833-4A6F-BE46-0D507762FCDA}" type="pres">
      <dgm:prSet presAssocID="{A2AF9DE5-6E30-4475-89B9-DE2522E5241B}" presName="compNode" presStyleCnt="0"/>
      <dgm:spPr/>
    </dgm:pt>
    <dgm:pt modelId="{131C1F02-C75D-4E5A-BCD8-E88FED9E41AC}" type="pres">
      <dgm:prSet presAssocID="{A2AF9DE5-6E30-4475-89B9-DE2522E5241B}" presName="iconBgRect" presStyleLbl="bgShp" presStyleIdx="2" presStyleCnt="4"/>
      <dgm:spPr/>
    </dgm:pt>
    <dgm:pt modelId="{5776602B-2544-4DF5-A209-E7FF5AED110B}" type="pres">
      <dgm:prSet presAssocID="{A2AF9DE5-6E30-4475-89B9-DE2522E5241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je"/>
        </a:ext>
      </dgm:extLst>
    </dgm:pt>
    <dgm:pt modelId="{8B8C090A-FFFF-40B8-B65A-22180E730A5F}" type="pres">
      <dgm:prSet presAssocID="{A2AF9DE5-6E30-4475-89B9-DE2522E5241B}" presName="spaceRect" presStyleCnt="0"/>
      <dgm:spPr/>
    </dgm:pt>
    <dgm:pt modelId="{C5D9EEFB-82E4-4C8E-A9E7-823E79B83F88}" type="pres">
      <dgm:prSet presAssocID="{A2AF9DE5-6E30-4475-89B9-DE2522E5241B}" presName="textRect" presStyleLbl="revTx" presStyleIdx="2" presStyleCnt="4">
        <dgm:presLayoutVars>
          <dgm:chMax val="1"/>
          <dgm:chPref val="1"/>
        </dgm:presLayoutVars>
      </dgm:prSet>
      <dgm:spPr/>
    </dgm:pt>
    <dgm:pt modelId="{F8FFCF3E-EBDB-4660-90C5-005DC463320B}" type="pres">
      <dgm:prSet presAssocID="{8C18B327-8F45-4252-BEF0-A0F1C0D48F8A}" presName="sibTrans" presStyleCnt="0"/>
      <dgm:spPr/>
    </dgm:pt>
    <dgm:pt modelId="{09AD1A76-39A8-46B6-9D23-DF0C86A32851}" type="pres">
      <dgm:prSet presAssocID="{7A650BA0-BCA2-4810-ACE1-D9E52525D82D}" presName="compNode" presStyleCnt="0"/>
      <dgm:spPr/>
    </dgm:pt>
    <dgm:pt modelId="{9D20CAF8-86BF-4617-9162-A5F3C7C77C3D}" type="pres">
      <dgm:prSet presAssocID="{7A650BA0-BCA2-4810-ACE1-D9E52525D82D}" presName="iconBgRect" presStyleLbl="bgShp" presStyleIdx="3" presStyleCnt="4"/>
      <dgm:spPr/>
    </dgm:pt>
    <dgm:pt modelId="{001BDA45-2FC9-4C0A-A0D0-75967323C8C5}" type="pres">
      <dgm:prSet presAssocID="{7A650BA0-BCA2-4810-ACE1-D9E52525D82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ball Hat"/>
        </a:ext>
      </dgm:extLst>
    </dgm:pt>
    <dgm:pt modelId="{062CA157-A4FF-4F35-9214-946A5FB8C63B}" type="pres">
      <dgm:prSet presAssocID="{7A650BA0-BCA2-4810-ACE1-D9E52525D82D}" presName="spaceRect" presStyleCnt="0"/>
      <dgm:spPr/>
    </dgm:pt>
    <dgm:pt modelId="{F490C6BB-26AF-4B82-A392-2C3BB6C5BE60}" type="pres">
      <dgm:prSet presAssocID="{7A650BA0-BCA2-4810-ACE1-D9E52525D82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6E3D52A-6897-4EDF-B4DF-E118D5A4139A}" type="presOf" srcId="{46374EB7-4637-420A-BE09-F163DB840791}" destId="{9204CAB5-E34A-45AB-B3D4-6B14F9F9DABA}" srcOrd="0" destOrd="0" presId="urn:microsoft.com/office/officeart/2018/5/layout/IconCircleLabelList"/>
    <dgm:cxn modelId="{323BDF2E-E6F0-4EE6-B3E0-4299F3EBF45A}" type="presOf" srcId="{A2AF9DE5-6E30-4475-89B9-DE2522E5241B}" destId="{C5D9EEFB-82E4-4C8E-A9E7-823E79B83F88}" srcOrd="0" destOrd="0" presId="urn:microsoft.com/office/officeart/2018/5/layout/IconCircleLabelList"/>
    <dgm:cxn modelId="{33380E5F-590D-49AA-B49A-B420B70EB769}" type="presOf" srcId="{9AB926A2-8B9F-4970-A622-C71C017144E0}" destId="{207563DF-3053-44C8-A673-9F763B93405C}" srcOrd="0" destOrd="0" presId="urn:microsoft.com/office/officeart/2018/5/layout/IconCircleLabelList"/>
    <dgm:cxn modelId="{257E254A-507B-403A-935B-A86C17A11F87}" type="presOf" srcId="{B5BE48D2-1684-44D3-B1D4-71F008FF92F2}" destId="{1DC4FB3F-2446-47EB-8239-A70770F863CC}" srcOrd="0" destOrd="0" presId="urn:microsoft.com/office/officeart/2018/5/layout/IconCircleLabelList"/>
    <dgm:cxn modelId="{17DE9C84-3481-43B0-907C-87FFD7D12EDA}" srcId="{46374EB7-4637-420A-BE09-F163DB840791}" destId="{7A650BA0-BCA2-4810-ACE1-D9E52525D82D}" srcOrd="3" destOrd="0" parTransId="{C5F8A1F7-79F6-4641-A9DD-B28CF4D3DC4C}" sibTransId="{FA179DB9-9E01-4594-8A35-8450DAF40D71}"/>
    <dgm:cxn modelId="{B8897388-6CEF-4593-A318-9D96C1307447}" srcId="{46374EB7-4637-420A-BE09-F163DB840791}" destId="{A2AF9DE5-6E30-4475-89B9-DE2522E5241B}" srcOrd="2" destOrd="0" parTransId="{45FBAE49-0EC8-42B2-BAB4-71C7EE1DD87F}" sibTransId="{8C18B327-8F45-4252-BEF0-A0F1C0D48F8A}"/>
    <dgm:cxn modelId="{CDFB91B7-DBDC-4DB6-AE51-E3ADFAC234E4}" srcId="{46374EB7-4637-420A-BE09-F163DB840791}" destId="{9AB926A2-8B9F-4970-A622-C71C017144E0}" srcOrd="1" destOrd="0" parTransId="{7D6A09DE-E1DA-4CF5-B256-721D246FD09D}" sibTransId="{1D5C6FCB-6FF9-4019-8BCD-A387C2228170}"/>
    <dgm:cxn modelId="{4C02C1C5-219B-41EC-8F03-B651978E9A5A}" srcId="{46374EB7-4637-420A-BE09-F163DB840791}" destId="{B5BE48D2-1684-44D3-B1D4-71F008FF92F2}" srcOrd="0" destOrd="0" parTransId="{93584B45-623C-4A4B-9B8E-3904CDE65533}" sibTransId="{F2981D35-E895-4AD8-886D-591F0C96EFF6}"/>
    <dgm:cxn modelId="{6AF9FFFB-5A0F-4316-B891-B39CDB981224}" type="presOf" srcId="{7A650BA0-BCA2-4810-ACE1-D9E52525D82D}" destId="{F490C6BB-26AF-4B82-A392-2C3BB6C5BE60}" srcOrd="0" destOrd="0" presId="urn:microsoft.com/office/officeart/2018/5/layout/IconCircleLabelList"/>
    <dgm:cxn modelId="{9C8B31BF-E00E-44FA-91D4-5C0D3479C353}" type="presParOf" srcId="{9204CAB5-E34A-45AB-B3D4-6B14F9F9DABA}" destId="{69F1837C-683C-4757-A3C0-18D916FBC54C}" srcOrd="0" destOrd="0" presId="urn:microsoft.com/office/officeart/2018/5/layout/IconCircleLabelList"/>
    <dgm:cxn modelId="{1CD7448B-421E-4D76-BDE2-4721161DF255}" type="presParOf" srcId="{69F1837C-683C-4757-A3C0-18D916FBC54C}" destId="{CB7E312B-FEB3-491E-ADC3-D8756C6BE4C2}" srcOrd="0" destOrd="0" presId="urn:microsoft.com/office/officeart/2018/5/layout/IconCircleLabelList"/>
    <dgm:cxn modelId="{3E270A93-21C0-466E-A529-521BAE474C83}" type="presParOf" srcId="{69F1837C-683C-4757-A3C0-18D916FBC54C}" destId="{01F6CB01-2751-4B3B-ABC2-0A99A79B1FD3}" srcOrd="1" destOrd="0" presId="urn:microsoft.com/office/officeart/2018/5/layout/IconCircleLabelList"/>
    <dgm:cxn modelId="{F6763ECD-1AAB-4D5C-BFD4-9B0AB7A04193}" type="presParOf" srcId="{69F1837C-683C-4757-A3C0-18D916FBC54C}" destId="{641852D4-9A4C-4A40-8C30-A8675EA782A8}" srcOrd="2" destOrd="0" presId="urn:microsoft.com/office/officeart/2018/5/layout/IconCircleLabelList"/>
    <dgm:cxn modelId="{868564E4-99C8-4A40-B61C-312DA5065B13}" type="presParOf" srcId="{69F1837C-683C-4757-A3C0-18D916FBC54C}" destId="{1DC4FB3F-2446-47EB-8239-A70770F863CC}" srcOrd="3" destOrd="0" presId="urn:microsoft.com/office/officeart/2018/5/layout/IconCircleLabelList"/>
    <dgm:cxn modelId="{0A19D5A1-CFC4-4BF1-96A1-A5C93301B38A}" type="presParOf" srcId="{9204CAB5-E34A-45AB-B3D4-6B14F9F9DABA}" destId="{CF8CC1E8-3EEE-406C-BDD3-F2A324B4D4DC}" srcOrd="1" destOrd="0" presId="urn:microsoft.com/office/officeart/2018/5/layout/IconCircleLabelList"/>
    <dgm:cxn modelId="{AEA66329-0089-4152-B4BC-5DF410540E8D}" type="presParOf" srcId="{9204CAB5-E34A-45AB-B3D4-6B14F9F9DABA}" destId="{2821F33B-B76C-4FE9-B3C1-4402E620BDE0}" srcOrd="2" destOrd="0" presId="urn:microsoft.com/office/officeart/2018/5/layout/IconCircleLabelList"/>
    <dgm:cxn modelId="{30A23BD6-BDE0-45F4-B61B-16B1D821511F}" type="presParOf" srcId="{2821F33B-B76C-4FE9-B3C1-4402E620BDE0}" destId="{56F2B76B-209B-40A0-857D-3B1F776BE80A}" srcOrd="0" destOrd="0" presId="urn:microsoft.com/office/officeart/2018/5/layout/IconCircleLabelList"/>
    <dgm:cxn modelId="{AB2B7C00-81A9-4DAD-A279-3C4EBE56CD78}" type="presParOf" srcId="{2821F33B-B76C-4FE9-B3C1-4402E620BDE0}" destId="{D0AF43AC-E734-4CA2-8C33-2D841B1630F2}" srcOrd="1" destOrd="0" presId="urn:microsoft.com/office/officeart/2018/5/layout/IconCircleLabelList"/>
    <dgm:cxn modelId="{F17152E0-B1CF-4AE1-9759-337FF7018E15}" type="presParOf" srcId="{2821F33B-B76C-4FE9-B3C1-4402E620BDE0}" destId="{CE32EFA2-212B-407D-9D6F-16676FE5A8BC}" srcOrd="2" destOrd="0" presId="urn:microsoft.com/office/officeart/2018/5/layout/IconCircleLabelList"/>
    <dgm:cxn modelId="{BCF9C62C-2898-44D7-9A6F-00897CF330AD}" type="presParOf" srcId="{2821F33B-B76C-4FE9-B3C1-4402E620BDE0}" destId="{207563DF-3053-44C8-A673-9F763B93405C}" srcOrd="3" destOrd="0" presId="urn:microsoft.com/office/officeart/2018/5/layout/IconCircleLabelList"/>
    <dgm:cxn modelId="{5627BA20-D000-4387-BB22-CF944C07A16C}" type="presParOf" srcId="{9204CAB5-E34A-45AB-B3D4-6B14F9F9DABA}" destId="{9B9A4E22-3072-4CD4-819C-54676D8FBA40}" srcOrd="3" destOrd="0" presId="urn:microsoft.com/office/officeart/2018/5/layout/IconCircleLabelList"/>
    <dgm:cxn modelId="{6836170F-4A61-4E57-A7A9-56B17AEABE55}" type="presParOf" srcId="{9204CAB5-E34A-45AB-B3D4-6B14F9F9DABA}" destId="{60896690-F833-4A6F-BE46-0D507762FCDA}" srcOrd="4" destOrd="0" presId="urn:microsoft.com/office/officeart/2018/5/layout/IconCircleLabelList"/>
    <dgm:cxn modelId="{12A924CF-3900-4D42-97F7-242EC8D0CA16}" type="presParOf" srcId="{60896690-F833-4A6F-BE46-0D507762FCDA}" destId="{131C1F02-C75D-4E5A-BCD8-E88FED9E41AC}" srcOrd="0" destOrd="0" presId="urn:microsoft.com/office/officeart/2018/5/layout/IconCircleLabelList"/>
    <dgm:cxn modelId="{78F3B700-ED0C-4D14-BD68-E92F2549BDF7}" type="presParOf" srcId="{60896690-F833-4A6F-BE46-0D507762FCDA}" destId="{5776602B-2544-4DF5-A209-E7FF5AED110B}" srcOrd="1" destOrd="0" presId="urn:microsoft.com/office/officeart/2018/5/layout/IconCircleLabelList"/>
    <dgm:cxn modelId="{A9103943-5953-457D-AAD9-185DB4FCD97A}" type="presParOf" srcId="{60896690-F833-4A6F-BE46-0D507762FCDA}" destId="{8B8C090A-FFFF-40B8-B65A-22180E730A5F}" srcOrd="2" destOrd="0" presId="urn:microsoft.com/office/officeart/2018/5/layout/IconCircleLabelList"/>
    <dgm:cxn modelId="{DC7BC1F6-B291-4A23-9B88-F0B8EEBDFB55}" type="presParOf" srcId="{60896690-F833-4A6F-BE46-0D507762FCDA}" destId="{C5D9EEFB-82E4-4C8E-A9E7-823E79B83F88}" srcOrd="3" destOrd="0" presId="urn:microsoft.com/office/officeart/2018/5/layout/IconCircleLabelList"/>
    <dgm:cxn modelId="{B7CFB4FD-4744-4719-BA3F-95DF00A2C965}" type="presParOf" srcId="{9204CAB5-E34A-45AB-B3D4-6B14F9F9DABA}" destId="{F8FFCF3E-EBDB-4660-90C5-005DC463320B}" srcOrd="5" destOrd="0" presId="urn:microsoft.com/office/officeart/2018/5/layout/IconCircleLabelList"/>
    <dgm:cxn modelId="{553D74D3-AF35-4990-A2BF-8CADD70DE797}" type="presParOf" srcId="{9204CAB5-E34A-45AB-B3D4-6B14F9F9DABA}" destId="{09AD1A76-39A8-46B6-9D23-DF0C86A32851}" srcOrd="6" destOrd="0" presId="urn:microsoft.com/office/officeart/2018/5/layout/IconCircleLabelList"/>
    <dgm:cxn modelId="{F02F296E-8CB0-4AA0-8CBB-880F6DC8362F}" type="presParOf" srcId="{09AD1A76-39A8-46B6-9D23-DF0C86A32851}" destId="{9D20CAF8-86BF-4617-9162-A5F3C7C77C3D}" srcOrd="0" destOrd="0" presId="urn:microsoft.com/office/officeart/2018/5/layout/IconCircleLabelList"/>
    <dgm:cxn modelId="{9C04477F-DCA4-4C25-B696-4E579D22FA0F}" type="presParOf" srcId="{09AD1A76-39A8-46B6-9D23-DF0C86A32851}" destId="{001BDA45-2FC9-4C0A-A0D0-75967323C8C5}" srcOrd="1" destOrd="0" presId="urn:microsoft.com/office/officeart/2018/5/layout/IconCircleLabelList"/>
    <dgm:cxn modelId="{2F16EB1A-6096-466D-BDFA-AFF3ADF42E9B}" type="presParOf" srcId="{09AD1A76-39A8-46B6-9D23-DF0C86A32851}" destId="{062CA157-A4FF-4F35-9214-946A5FB8C63B}" srcOrd="2" destOrd="0" presId="urn:microsoft.com/office/officeart/2018/5/layout/IconCircleLabelList"/>
    <dgm:cxn modelId="{7980912C-4196-416E-9553-29DF41F0B5A4}" type="presParOf" srcId="{09AD1A76-39A8-46B6-9D23-DF0C86A32851}" destId="{F490C6BB-26AF-4B82-A392-2C3BB6C5BE6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A0F5F37-3346-476A-8199-683750D3AB7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376CA98-CA55-42F0-9B36-2CD2F4B6D10B}">
      <dgm:prSet/>
      <dgm:spPr/>
      <dgm:t>
        <a:bodyPr/>
        <a:lstStyle/>
        <a:p>
          <a:pPr>
            <a:defRPr cap="all"/>
          </a:pPr>
          <a:r>
            <a:rPr lang="en-US"/>
            <a:t>Base de datos relacional MySQL</a:t>
          </a:r>
        </a:p>
      </dgm:t>
    </dgm:pt>
    <dgm:pt modelId="{D82A53B6-E93E-40A5-8F82-11EADAC23268}" type="parTrans" cxnId="{EE490628-E087-4480-B98D-8A8EF11CE975}">
      <dgm:prSet/>
      <dgm:spPr/>
      <dgm:t>
        <a:bodyPr/>
        <a:lstStyle/>
        <a:p>
          <a:endParaRPr lang="en-US"/>
        </a:p>
      </dgm:t>
    </dgm:pt>
    <dgm:pt modelId="{D9706BBE-C4B6-4716-AD8A-37725350C34D}" type="sibTrans" cxnId="{EE490628-E087-4480-B98D-8A8EF11CE975}">
      <dgm:prSet/>
      <dgm:spPr/>
      <dgm:t>
        <a:bodyPr/>
        <a:lstStyle/>
        <a:p>
          <a:endParaRPr lang="en-US"/>
        </a:p>
      </dgm:t>
    </dgm:pt>
    <dgm:pt modelId="{4B461661-7038-4FA2-9E8C-FCC071ADFEB4}">
      <dgm:prSet/>
      <dgm:spPr/>
      <dgm:t>
        <a:bodyPr/>
        <a:lstStyle/>
        <a:p>
          <a:pPr>
            <a:defRPr cap="all"/>
          </a:pPr>
          <a:r>
            <a:rPr lang="en-US"/>
            <a:t>Entidades principales:</a:t>
          </a:r>
        </a:p>
      </dgm:t>
    </dgm:pt>
    <dgm:pt modelId="{7D0BA87E-7B42-4B01-8FC4-898217AB3CBC}" type="parTrans" cxnId="{8C94C323-B7D8-422F-AE4C-A59EA40D9AC6}">
      <dgm:prSet/>
      <dgm:spPr/>
      <dgm:t>
        <a:bodyPr/>
        <a:lstStyle/>
        <a:p>
          <a:endParaRPr lang="en-US"/>
        </a:p>
      </dgm:t>
    </dgm:pt>
    <dgm:pt modelId="{CDBA3D4A-D892-43A5-9A9D-8BA68EA37271}" type="sibTrans" cxnId="{8C94C323-B7D8-422F-AE4C-A59EA40D9AC6}">
      <dgm:prSet/>
      <dgm:spPr/>
      <dgm:t>
        <a:bodyPr/>
        <a:lstStyle/>
        <a:p>
          <a:endParaRPr lang="en-US"/>
        </a:p>
      </dgm:t>
    </dgm:pt>
    <dgm:pt modelId="{F3A01093-3A0F-497A-943B-8AD9B7E50790}">
      <dgm:prSet/>
      <dgm:spPr/>
      <dgm:t>
        <a:bodyPr/>
        <a:lstStyle/>
        <a:p>
          <a:pPr>
            <a:defRPr cap="all"/>
          </a:pPr>
          <a:r>
            <a:rPr lang="en-US"/>
            <a:t>• Productos</a:t>
          </a:r>
        </a:p>
      </dgm:t>
    </dgm:pt>
    <dgm:pt modelId="{EDB1D19B-9661-4549-88B6-CE17AE2679CF}" type="parTrans" cxnId="{7790A809-E0B5-4968-B4F6-34A7BDF35744}">
      <dgm:prSet/>
      <dgm:spPr/>
      <dgm:t>
        <a:bodyPr/>
        <a:lstStyle/>
        <a:p>
          <a:endParaRPr lang="en-US"/>
        </a:p>
      </dgm:t>
    </dgm:pt>
    <dgm:pt modelId="{4ED7CE5D-C7EE-4AB0-8BAE-514071E0560A}" type="sibTrans" cxnId="{7790A809-E0B5-4968-B4F6-34A7BDF35744}">
      <dgm:prSet/>
      <dgm:spPr/>
      <dgm:t>
        <a:bodyPr/>
        <a:lstStyle/>
        <a:p>
          <a:endParaRPr lang="en-US"/>
        </a:p>
      </dgm:t>
    </dgm:pt>
    <dgm:pt modelId="{A202154F-B123-4255-9118-906ABC8F7B73}">
      <dgm:prSet/>
      <dgm:spPr/>
      <dgm:t>
        <a:bodyPr/>
        <a:lstStyle/>
        <a:p>
          <a:pPr>
            <a:defRPr cap="all"/>
          </a:pPr>
          <a:r>
            <a:rPr lang="en-US"/>
            <a:t>• Ventas</a:t>
          </a:r>
        </a:p>
      </dgm:t>
    </dgm:pt>
    <dgm:pt modelId="{14AA0C86-758F-4CCF-AC5B-0972692A70F0}" type="parTrans" cxnId="{3282D320-9FD6-4BD4-90D0-47294F64A3B9}">
      <dgm:prSet/>
      <dgm:spPr/>
      <dgm:t>
        <a:bodyPr/>
        <a:lstStyle/>
        <a:p>
          <a:endParaRPr lang="en-US"/>
        </a:p>
      </dgm:t>
    </dgm:pt>
    <dgm:pt modelId="{959568AD-78E0-4B8F-994F-84F5A596C420}" type="sibTrans" cxnId="{3282D320-9FD6-4BD4-90D0-47294F64A3B9}">
      <dgm:prSet/>
      <dgm:spPr/>
      <dgm:t>
        <a:bodyPr/>
        <a:lstStyle/>
        <a:p>
          <a:endParaRPr lang="en-US"/>
        </a:p>
      </dgm:t>
    </dgm:pt>
    <dgm:pt modelId="{729FEB0F-F231-421C-A558-390AEDFDBB1A}">
      <dgm:prSet/>
      <dgm:spPr/>
      <dgm:t>
        <a:bodyPr/>
        <a:lstStyle/>
        <a:p>
          <a:pPr>
            <a:defRPr cap="all"/>
          </a:pPr>
          <a:r>
            <a:rPr lang="en-US"/>
            <a:t>• Clientes</a:t>
          </a:r>
        </a:p>
      </dgm:t>
    </dgm:pt>
    <dgm:pt modelId="{E48DBD79-B6E0-457C-8E24-87257B792852}" type="parTrans" cxnId="{49B6CB5E-1AD9-40DF-8B71-EEA982959A38}">
      <dgm:prSet/>
      <dgm:spPr/>
      <dgm:t>
        <a:bodyPr/>
        <a:lstStyle/>
        <a:p>
          <a:endParaRPr lang="en-US"/>
        </a:p>
      </dgm:t>
    </dgm:pt>
    <dgm:pt modelId="{57C5504D-E4CD-42BE-A314-F48681A9FD21}" type="sibTrans" cxnId="{49B6CB5E-1AD9-40DF-8B71-EEA982959A38}">
      <dgm:prSet/>
      <dgm:spPr/>
      <dgm:t>
        <a:bodyPr/>
        <a:lstStyle/>
        <a:p>
          <a:endParaRPr lang="en-US"/>
        </a:p>
      </dgm:t>
    </dgm:pt>
    <dgm:pt modelId="{4251F586-CA0C-4C76-B3EF-2A717CBD78B1}">
      <dgm:prSet/>
      <dgm:spPr/>
      <dgm:t>
        <a:bodyPr/>
        <a:lstStyle/>
        <a:p>
          <a:pPr>
            <a:defRPr cap="all"/>
          </a:pPr>
          <a:r>
            <a:rPr lang="en-US"/>
            <a:t>• Proveedores</a:t>
          </a:r>
        </a:p>
      </dgm:t>
    </dgm:pt>
    <dgm:pt modelId="{32423735-5E30-45F1-BDCF-D6260713A427}" type="parTrans" cxnId="{31EFB14E-147D-4A07-8D9E-A5C077DE0767}">
      <dgm:prSet/>
      <dgm:spPr/>
      <dgm:t>
        <a:bodyPr/>
        <a:lstStyle/>
        <a:p>
          <a:endParaRPr lang="en-US"/>
        </a:p>
      </dgm:t>
    </dgm:pt>
    <dgm:pt modelId="{5D8BF8E8-0D7B-48C3-A993-ECEE05AAA5D8}" type="sibTrans" cxnId="{31EFB14E-147D-4A07-8D9E-A5C077DE0767}">
      <dgm:prSet/>
      <dgm:spPr/>
      <dgm:t>
        <a:bodyPr/>
        <a:lstStyle/>
        <a:p>
          <a:endParaRPr lang="en-US"/>
        </a:p>
      </dgm:t>
    </dgm:pt>
    <dgm:pt modelId="{7D5BE7F0-33C1-462B-A9A3-DA41C1FC8FB5}" type="pres">
      <dgm:prSet presAssocID="{4A0F5F37-3346-476A-8199-683750D3AB7D}" presName="root" presStyleCnt="0">
        <dgm:presLayoutVars>
          <dgm:dir/>
          <dgm:resizeHandles val="exact"/>
        </dgm:presLayoutVars>
      </dgm:prSet>
      <dgm:spPr/>
    </dgm:pt>
    <dgm:pt modelId="{0DCBC974-5559-4B37-AC31-BDFB35312190}" type="pres">
      <dgm:prSet presAssocID="{F376CA98-CA55-42F0-9B36-2CD2F4B6D10B}" presName="compNode" presStyleCnt="0"/>
      <dgm:spPr/>
    </dgm:pt>
    <dgm:pt modelId="{E53D4AC8-35FB-4837-83A4-6A528332264B}" type="pres">
      <dgm:prSet presAssocID="{F376CA98-CA55-42F0-9B36-2CD2F4B6D10B}" presName="iconBgRect" presStyleLbl="bgShp" presStyleIdx="0" presStyleCnt="6"/>
      <dgm:spPr/>
    </dgm:pt>
    <dgm:pt modelId="{BA8CB713-DCD6-4BE5-9677-696D6C2D3DDD}" type="pres">
      <dgm:prSet presAssocID="{F376CA98-CA55-42F0-9B36-2CD2F4B6D10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A24D647C-A6C4-4D1B-BD5B-EDB3E66A4768}" type="pres">
      <dgm:prSet presAssocID="{F376CA98-CA55-42F0-9B36-2CD2F4B6D10B}" presName="spaceRect" presStyleCnt="0"/>
      <dgm:spPr/>
    </dgm:pt>
    <dgm:pt modelId="{B995CE65-A91A-4120-9458-703B881BCE9F}" type="pres">
      <dgm:prSet presAssocID="{F376CA98-CA55-42F0-9B36-2CD2F4B6D10B}" presName="textRect" presStyleLbl="revTx" presStyleIdx="0" presStyleCnt="6">
        <dgm:presLayoutVars>
          <dgm:chMax val="1"/>
          <dgm:chPref val="1"/>
        </dgm:presLayoutVars>
      </dgm:prSet>
      <dgm:spPr/>
    </dgm:pt>
    <dgm:pt modelId="{9048D359-D0B0-4763-8449-A44EE9252C80}" type="pres">
      <dgm:prSet presAssocID="{D9706BBE-C4B6-4716-AD8A-37725350C34D}" presName="sibTrans" presStyleCnt="0"/>
      <dgm:spPr/>
    </dgm:pt>
    <dgm:pt modelId="{0DDD8221-3AAB-44C0-9BB7-ED4D6EF5C71C}" type="pres">
      <dgm:prSet presAssocID="{4B461661-7038-4FA2-9E8C-FCC071ADFEB4}" presName="compNode" presStyleCnt="0"/>
      <dgm:spPr/>
    </dgm:pt>
    <dgm:pt modelId="{A1623B87-C70D-462C-9EEB-B35DD7B31FF1}" type="pres">
      <dgm:prSet presAssocID="{4B461661-7038-4FA2-9E8C-FCC071ADFEB4}" presName="iconBgRect" presStyleLbl="bgShp" presStyleIdx="1" presStyleCnt="6"/>
      <dgm:spPr/>
    </dgm:pt>
    <dgm:pt modelId="{CD92CD6E-55FB-47DC-84FD-64F8D290C840}" type="pres">
      <dgm:prSet presAssocID="{4B461661-7038-4FA2-9E8C-FCC071ADFEB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dificio"/>
        </a:ext>
      </dgm:extLst>
    </dgm:pt>
    <dgm:pt modelId="{0C831C5A-5AF5-4AC2-9FCB-2F92CC419D34}" type="pres">
      <dgm:prSet presAssocID="{4B461661-7038-4FA2-9E8C-FCC071ADFEB4}" presName="spaceRect" presStyleCnt="0"/>
      <dgm:spPr/>
    </dgm:pt>
    <dgm:pt modelId="{75630F4D-A107-4C33-980D-992226C05BA9}" type="pres">
      <dgm:prSet presAssocID="{4B461661-7038-4FA2-9E8C-FCC071ADFEB4}" presName="textRect" presStyleLbl="revTx" presStyleIdx="1" presStyleCnt="6">
        <dgm:presLayoutVars>
          <dgm:chMax val="1"/>
          <dgm:chPref val="1"/>
        </dgm:presLayoutVars>
      </dgm:prSet>
      <dgm:spPr/>
    </dgm:pt>
    <dgm:pt modelId="{52E6F556-D6CD-41AC-BA12-DBC2BF46F0CF}" type="pres">
      <dgm:prSet presAssocID="{CDBA3D4A-D892-43A5-9A9D-8BA68EA37271}" presName="sibTrans" presStyleCnt="0"/>
      <dgm:spPr/>
    </dgm:pt>
    <dgm:pt modelId="{E2D1744C-3107-4C69-8CE9-313A198CE01D}" type="pres">
      <dgm:prSet presAssocID="{F3A01093-3A0F-497A-943B-8AD9B7E50790}" presName="compNode" presStyleCnt="0"/>
      <dgm:spPr/>
    </dgm:pt>
    <dgm:pt modelId="{5C59B4E4-E6E8-4EEF-AD56-5069238D9FE5}" type="pres">
      <dgm:prSet presAssocID="{F3A01093-3A0F-497A-943B-8AD9B7E50790}" presName="iconBgRect" presStyleLbl="bgShp" presStyleIdx="2" presStyleCnt="6"/>
      <dgm:spPr/>
    </dgm:pt>
    <dgm:pt modelId="{53CA0D99-66F4-4C8F-9EDB-685ACF201DFA}" type="pres">
      <dgm:prSet presAssocID="{F3A01093-3A0F-497A-943B-8AD9B7E50790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tiqueta"/>
        </a:ext>
      </dgm:extLst>
    </dgm:pt>
    <dgm:pt modelId="{D2AAE645-583B-47F8-B04D-AA4439DAF246}" type="pres">
      <dgm:prSet presAssocID="{F3A01093-3A0F-497A-943B-8AD9B7E50790}" presName="spaceRect" presStyleCnt="0"/>
      <dgm:spPr/>
    </dgm:pt>
    <dgm:pt modelId="{B8AE708B-272A-42A4-9EEA-28985418FB47}" type="pres">
      <dgm:prSet presAssocID="{F3A01093-3A0F-497A-943B-8AD9B7E50790}" presName="textRect" presStyleLbl="revTx" presStyleIdx="2" presStyleCnt="6">
        <dgm:presLayoutVars>
          <dgm:chMax val="1"/>
          <dgm:chPref val="1"/>
        </dgm:presLayoutVars>
      </dgm:prSet>
      <dgm:spPr/>
    </dgm:pt>
    <dgm:pt modelId="{55F313AB-9DBA-4143-8E7A-4ADC7ED92F9D}" type="pres">
      <dgm:prSet presAssocID="{4ED7CE5D-C7EE-4AB0-8BAE-514071E0560A}" presName="sibTrans" presStyleCnt="0"/>
      <dgm:spPr/>
    </dgm:pt>
    <dgm:pt modelId="{8814E19C-AD6E-47BF-AA3C-251CD5330BE5}" type="pres">
      <dgm:prSet presAssocID="{A202154F-B123-4255-9118-906ABC8F7B73}" presName="compNode" presStyleCnt="0"/>
      <dgm:spPr/>
    </dgm:pt>
    <dgm:pt modelId="{F57E323C-D351-4749-A7C3-B2BBD7492549}" type="pres">
      <dgm:prSet presAssocID="{A202154F-B123-4255-9118-906ABC8F7B73}" presName="iconBgRect" presStyleLbl="bgShp" presStyleIdx="3" presStyleCnt="6"/>
      <dgm:spPr/>
    </dgm:pt>
    <dgm:pt modelId="{D84C58F7-6A69-48CF-90F1-73FB26514217}" type="pres">
      <dgm:prSet presAssocID="{A202154F-B123-4255-9118-906ABC8F7B7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enda"/>
        </a:ext>
      </dgm:extLst>
    </dgm:pt>
    <dgm:pt modelId="{8FD6EE7A-D1B7-4DC1-8EFF-082ADA1C87B0}" type="pres">
      <dgm:prSet presAssocID="{A202154F-B123-4255-9118-906ABC8F7B73}" presName="spaceRect" presStyleCnt="0"/>
      <dgm:spPr/>
    </dgm:pt>
    <dgm:pt modelId="{08343CD1-838F-4B33-9539-FBE782E6E7B2}" type="pres">
      <dgm:prSet presAssocID="{A202154F-B123-4255-9118-906ABC8F7B73}" presName="textRect" presStyleLbl="revTx" presStyleIdx="3" presStyleCnt="6">
        <dgm:presLayoutVars>
          <dgm:chMax val="1"/>
          <dgm:chPref val="1"/>
        </dgm:presLayoutVars>
      </dgm:prSet>
      <dgm:spPr/>
    </dgm:pt>
    <dgm:pt modelId="{2A1E0873-DC8E-4DCE-B538-A4D4F1E06F91}" type="pres">
      <dgm:prSet presAssocID="{959568AD-78E0-4B8F-994F-84F5A596C420}" presName="sibTrans" presStyleCnt="0"/>
      <dgm:spPr/>
    </dgm:pt>
    <dgm:pt modelId="{5B67D80D-91FE-4BA6-B889-27DD21962F56}" type="pres">
      <dgm:prSet presAssocID="{729FEB0F-F231-421C-A558-390AEDFDBB1A}" presName="compNode" presStyleCnt="0"/>
      <dgm:spPr/>
    </dgm:pt>
    <dgm:pt modelId="{6C6D6C2A-E44C-42B0-83D0-61E333F0D954}" type="pres">
      <dgm:prSet presAssocID="{729FEB0F-F231-421C-A558-390AEDFDBB1A}" presName="iconBgRect" presStyleLbl="bgShp" presStyleIdx="4" presStyleCnt="6"/>
      <dgm:spPr/>
    </dgm:pt>
    <dgm:pt modelId="{B135D1CB-EF12-4DF1-9EED-3CCB33946F00}" type="pres">
      <dgm:prSet presAssocID="{729FEB0F-F231-421C-A558-390AEDFDBB1A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E4AB8A74-33D4-4D8F-BA4B-D5B03F865655}" type="pres">
      <dgm:prSet presAssocID="{729FEB0F-F231-421C-A558-390AEDFDBB1A}" presName="spaceRect" presStyleCnt="0"/>
      <dgm:spPr/>
    </dgm:pt>
    <dgm:pt modelId="{84A843EB-EACA-4511-B7E7-60AC06DB5100}" type="pres">
      <dgm:prSet presAssocID="{729FEB0F-F231-421C-A558-390AEDFDBB1A}" presName="textRect" presStyleLbl="revTx" presStyleIdx="4" presStyleCnt="6">
        <dgm:presLayoutVars>
          <dgm:chMax val="1"/>
          <dgm:chPref val="1"/>
        </dgm:presLayoutVars>
      </dgm:prSet>
      <dgm:spPr/>
    </dgm:pt>
    <dgm:pt modelId="{59881F0E-AC41-4D72-8EA7-7714D8E2B7CE}" type="pres">
      <dgm:prSet presAssocID="{57C5504D-E4CD-42BE-A314-F48681A9FD21}" presName="sibTrans" presStyleCnt="0"/>
      <dgm:spPr/>
    </dgm:pt>
    <dgm:pt modelId="{B0A4FC49-9F06-4EB9-8F11-FD95CFE969F5}" type="pres">
      <dgm:prSet presAssocID="{4251F586-CA0C-4C76-B3EF-2A717CBD78B1}" presName="compNode" presStyleCnt="0"/>
      <dgm:spPr/>
    </dgm:pt>
    <dgm:pt modelId="{40F75D0D-6ABF-45E7-AB81-0FDC5A0F2D96}" type="pres">
      <dgm:prSet presAssocID="{4251F586-CA0C-4C76-B3EF-2A717CBD78B1}" presName="iconBgRect" presStyleLbl="bgShp" presStyleIdx="5" presStyleCnt="6"/>
      <dgm:spPr/>
    </dgm:pt>
    <dgm:pt modelId="{4A0F0423-0021-4466-B257-38772F2DB416}" type="pres">
      <dgm:prSet presAssocID="{4251F586-CA0C-4C76-B3EF-2A717CBD78B1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ábrica"/>
        </a:ext>
      </dgm:extLst>
    </dgm:pt>
    <dgm:pt modelId="{5FD3CE6F-6A21-46FC-9D10-C9D72B3CB95B}" type="pres">
      <dgm:prSet presAssocID="{4251F586-CA0C-4C76-B3EF-2A717CBD78B1}" presName="spaceRect" presStyleCnt="0"/>
      <dgm:spPr/>
    </dgm:pt>
    <dgm:pt modelId="{0CA172EF-3686-4C5C-ACAE-B97A0BA0D592}" type="pres">
      <dgm:prSet presAssocID="{4251F586-CA0C-4C76-B3EF-2A717CBD78B1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A8D5BD03-F627-4974-8729-0D186BF47558}" type="presOf" srcId="{729FEB0F-F231-421C-A558-390AEDFDBB1A}" destId="{84A843EB-EACA-4511-B7E7-60AC06DB5100}" srcOrd="0" destOrd="0" presId="urn:microsoft.com/office/officeart/2018/5/layout/IconCircleLabelList"/>
    <dgm:cxn modelId="{7790A809-E0B5-4968-B4F6-34A7BDF35744}" srcId="{4A0F5F37-3346-476A-8199-683750D3AB7D}" destId="{F3A01093-3A0F-497A-943B-8AD9B7E50790}" srcOrd="2" destOrd="0" parTransId="{EDB1D19B-9661-4549-88B6-CE17AE2679CF}" sibTransId="{4ED7CE5D-C7EE-4AB0-8BAE-514071E0560A}"/>
    <dgm:cxn modelId="{3282D320-9FD6-4BD4-90D0-47294F64A3B9}" srcId="{4A0F5F37-3346-476A-8199-683750D3AB7D}" destId="{A202154F-B123-4255-9118-906ABC8F7B73}" srcOrd="3" destOrd="0" parTransId="{14AA0C86-758F-4CCF-AC5B-0972692A70F0}" sibTransId="{959568AD-78E0-4B8F-994F-84F5A596C420}"/>
    <dgm:cxn modelId="{8C94C323-B7D8-422F-AE4C-A59EA40D9AC6}" srcId="{4A0F5F37-3346-476A-8199-683750D3AB7D}" destId="{4B461661-7038-4FA2-9E8C-FCC071ADFEB4}" srcOrd="1" destOrd="0" parTransId="{7D0BA87E-7B42-4B01-8FC4-898217AB3CBC}" sibTransId="{CDBA3D4A-D892-43A5-9A9D-8BA68EA37271}"/>
    <dgm:cxn modelId="{EE490628-E087-4480-B98D-8A8EF11CE975}" srcId="{4A0F5F37-3346-476A-8199-683750D3AB7D}" destId="{F376CA98-CA55-42F0-9B36-2CD2F4B6D10B}" srcOrd="0" destOrd="0" parTransId="{D82A53B6-E93E-40A5-8F82-11EADAC23268}" sibTransId="{D9706BBE-C4B6-4716-AD8A-37725350C34D}"/>
    <dgm:cxn modelId="{00564129-6F23-4458-80F6-852EBF7057C1}" type="presOf" srcId="{4251F586-CA0C-4C76-B3EF-2A717CBD78B1}" destId="{0CA172EF-3686-4C5C-ACAE-B97A0BA0D592}" srcOrd="0" destOrd="0" presId="urn:microsoft.com/office/officeart/2018/5/layout/IconCircleLabelList"/>
    <dgm:cxn modelId="{79863D3A-189E-45FE-9BC1-96C8D1E9D711}" type="presOf" srcId="{4A0F5F37-3346-476A-8199-683750D3AB7D}" destId="{7D5BE7F0-33C1-462B-A9A3-DA41C1FC8FB5}" srcOrd="0" destOrd="0" presId="urn:microsoft.com/office/officeart/2018/5/layout/IconCircleLabelList"/>
    <dgm:cxn modelId="{49B6CB5E-1AD9-40DF-8B71-EEA982959A38}" srcId="{4A0F5F37-3346-476A-8199-683750D3AB7D}" destId="{729FEB0F-F231-421C-A558-390AEDFDBB1A}" srcOrd="4" destOrd="0" parTransId="{E48DBD79-B6E0-457C-8E24-87257B792852}" sibTransId="{57C5504D-E4CD-42BE-A314-F48681A9FD21}"/>
    <dgm:cxn modelId="{31EFB14E-147D-4A07-8D9E-A5C077DE0767}" srcId="{4A0F5F37-3346-476A-8199-683750D3AB7D}" destId="{4251F586-CA0C-4C76-B3EF-2A717CBD78B1}" srcOrd="5" destOrd="0" parTransId="{32423735-5E30-45F1-BDCF-D6260713A427}" sibTransId="{5D8BF8E8-0D7B-48C3-A993-ECEE05AAA5D8}"/>
    <dgm:cxn modelId="{B434CF99-63E4-4954-BD94-0787D9046547}" type="presOf" srcId="{F3A01093-3A0F-497A-943B-8AD9B7E50790}" destId="{B8AE708B-272A-42A4-9EEA-28985418FB47}" srcOrd="0" destOrd="0" presId="urn:microsoft.com/office/officeart/2018/5/layout/IconCircleLabelList"/>
    <dgm:cxn modelId="{CDE8049D-FFA6-448B-86F9-583E57DCCAE2}" type="presOf" srcId="{4B461661-7038-4FA2-9E8C-FCC071ADFEB4}" destId="{75630F4D-A107-4C33-980D-992226C05BA9}" srcOrd="0" destOrd="0" presId="urn:microsoft.com/office/officeart/2018/5/layout/IconCircleLabelList"/>
    <dgm:cxn modelId="{D587CDAD-039D-45E0-BF89-320B29F78A96}" type="presOf" srcId="{A202154F-B123-4255-9118-906ABC8F7B73}" destId="{08343CD1-838F-4B33-9539-FBE782E6E7B2}" srcOrd="0" destOrd="0" presId="urn:microsoft.com/office/officeart/2018/5/layout/IconCircleLabelList"/>
    <dgm:cxn modelId="{51E172D0-BC8B-400D-9B4A-13D4C1928EAF}" type="presOf" srcId="{F376CA98-CA55-42F0-9B36-2CD2F4B6D10B}" destId="{B995CE65-A91A-4120-9458-703B881BCE9F}" srcOrd="0" destOrd="0" presId="urn:microsoft.com/office/officeart/2018/5/layout/IconCircleLabelList"/>
    <dgm:cxn modelId="{DF40C0D4-82F2-4CE4-BB6D-38C4805C703C}" type="presParOf" srcId="{7D5BE7F0-33C1-462B-A9A3-DA41C1FC8FB5}" destId="{0DCBC974-5559-4B37-AC31-BDFB35312190}" srcOrd="0" destOrd="0" presId="urn:microsoft.com/office/officeart/2018/5/layout/IconCircleLabelList"/>
    <dgm:cxn modelId="{ABEE490C-E93F-40AB-8358-AC7B9AEBBC68}" type="presParOf" srcId="{0DCBC974-5559-4B37-AC31-BDFB35312190}" destId="{E53D4AC8-35FB-4837-83A4-6A528332264B}" srcOrd="0" destOrd="0" presId="urn:microsoft.com/office/officeart/2018/5/layout/IconCircleLabelList"/>
    <dgm:cxn modelId="{3252D753-A11E-4735-A234-0B17B21F1F4A}" type="presParOf" srcId="{0DCBC974-5559-4B37-AC31-BDFB35312190}" destId="{BA8CB713-DCD6-4BE5-9677-696D6C2D3DDD}" srcOrd="1" destOrd="0" presId="urn:microsoft.com/office/officeart/2018/5/layout/IconCircleLabelList"/>
    <dgm:cxn modelId="{2A48FB92-FD7F-4CA5-AC79-A96BD29786DD}" type="presParOf" srcId="{0DCBC974-5559-4B37-AC31-BDFB35312190}" destId="{A24D647C-A6C4-4D1B-BD5B-EDB3E66A4768}" srcOrd="2" destOrd="0" presId="urn:microsoft.com/office/officeart/2018/5/layout/IconCircleLabelList"/>
    <dgm:cxn modelId="{48C40635-C309-4FB4-98E5-C4AF459C33AE}" type="presParOf" srcId="{0DCBC974-5559-4B37-AC31-BDFB35312190}" destId="{B995CE65-A91A-4120-9458-703B881BCE9F}" srcOrd="3" destOrd="0" presId="urn:microsoft.com/office/officeart/2018/5/layout/IconCircleLabelList"/>
    <dgm:cxn modelId="{BD8B03CD-0542-4169-A9B5-B3FFF12F9613}" type="presParOf" srcId="{7D5BE7F0-33C1-462B-A9A3-DA41C1FC8FB5}" destId="{9048D359-D0B0-4763-8449-A44EE9252C80}" srcOrd="1" destOrd="0" presId="urn:microsoft.com/office/officeart/2018/5/layout/IconCircleLabelList"/>
    <dgm:cxn modelId="{245AD751-B848-48FE-8C3D-3D0F5914746C}" type="presParOf" srcId="{7D5BE7F0-33C1-462B-A9A3-DA41C1FC8FB5}" destId="{0DDD8221-3AAB-44C0-9BB7-ED4D6EF5C71C}" srcOrd="2" destOrd="0" presId="urn:microsoft.com/office/officeart/2018/5/layout/IconCircleLabelList"/>
    <dgm:cxn modelId="{F8B6896B-CE52-4723-B3A1-17AFE6D51F3A}" type="presParOf" srcId="{0DDD8221-3AAB-44C0-9BB7-ED4D6EF5C71C}" destId="{A1623B87-C70D-462C-9EEB-B35DD7B31FF1}" srcOrd="0" destOrd="0" presId="urn:microsoft.com/office/officeart/2018/5/layout/IconCircleLabelList"/>
    <dgm:cxn modelId="{D36BF864-68F8-43ED-92B9-CA38AE9A6A7D}" type="presParOf" srcId="{0DDD8221-3AAB-44C0-9BB7-ED4D6EF5C71C}" destId="{CD92CD6E-55FB-47DC-84FD-64F8D290C840}" srcOrd="1" destOrd="0" presId="urn:microsoft.com/office/officeart/2018/5/layout/IconCircleLabelList"/>
    <dgm:cxn modelId="{CC64EB0A-E477-4908-B87A-67E840EE886C}" type="presParOf" srcId="{0DDD8221-3AAB-44C0-9BB7-ED4D6EF5C71C}" destId="{0C831C5A-5AF5-4AC2-9FCB-2F92CC419D34}" srcOrd="2" destOrd="0" presId="urn:microsoft.com/office/officeart/2018/5/layout/IconCircleLabelList"/>
    <dgm:cxn modelId="{089EF01A-3A98-4CC6-B1EE-E0DC780EB14F}" type="presParOf" srcId="{0DDD8221-3AAB-44C0-9BB7-ED4D6EF5C71C}" destId="{75630F4D-A107-4C33-980D-992226C05BA9}" srcOrd="3" destOrd="0" presId="urn:microsoft.com/office/officeart/2018/5/layout/IconCircleLabelList"/>
    <dgm:cxn modelId="{41369E1A-82CC-486A-A858-732ADB51E2C9}" type="presParOf" srcId="{7D5BE7F0-33C1-462B-A9A3-DA41C1FC8FB5}" destId="{52E6F556-D6CD-41AC-BA12-DBC2BF46F0CF}" srcOrd="3" destOrd="0" presId="urn:microsoft.com/office/officeart/2018/5/layout/IconCircleLabelList"/>
    <dgm:cxn modelId="{2BD9EBA4-2343-4722-BA10-03AFD9409FBA}" type="presParOf" srcId="{7D5BE7F0-33C1-462B-A9A3-DA41C1FC8FB5}" destId="{E2D1744C-3107-4C69-8CE9-313A198CE01D}" srcOrd="4" destOrd="0" presId="urn:microsoft.com/office/officeart/2018/5/layout/IconCircleLabelList"/>
    <dgm:cxn modelId="{118B33E5-3A33-43EB-B896-5E555FC02CEC}" type="presParOf" srcId="{E2D1744C-3107-4C69-8CE9-313A198CE01D}" destId="{5C59B4E4-E6E8-4EEF-AD56-5069238D9FE5}" srcOrd="0" destOrd="0" presId="urn:microsoft.com/office/officeart/2018/5/layout/IconCircleLabelList"/>
    <dgm:cxn modelId="{1D390325-F56E-471F-B802-E2B8F7CF4716}" type="presParOf" srcId="{E2D1744C-3107-4C69-8CE9-313A198CE01D}" destId="{53CA0D99-66F4-4C8F-9EDB-685ACF201DFA}" srcOrd="1" destOrd="0" presId="urn:microsoft.com/office/officeart/2018/5/layout/IconCircleLabelList"/>
    <dgm:cxn modelId="{A338C5EC-1656-427B-BDD9-3ED7487BCE87}" type="presParOf" srcId="{E2D1744C-3107-4C69-8CE9-313A198CE01D}" destId="{D2AAE645-583B-47F8-B04D-AA4439DAF246}" srcOrd="2" destOrd="0" presId="urn:microsoft.com/office/officeart/2018/5/layout/IconCircleLabelList"/>
    <dgm:cxn modelId="{03B20B12-6EEA-48CB-8874-79B482D0BEDA}" type="presParOf" srcId="{E2D1744C-3107-4C69-8CE9-313A198CE01D}" destId="{B8AE708B-272A-42A4-9EEA-28985418FB47}" srcOrd="3" destOrd="0" presId="urn:microsoft.com/office/officeart/2018/5/layout/IconCircleLabelList"/>
    <dgm:cxn modelId="{D45D3F35-3584-43CC-A91A-5AC30CA0C9F6}" type="presParOf" srcId="{7D5BE7F0-33C1-462B-A9A3-DA41C1FC8FB5}" destId="{55F313AB-9DBA-4143-8E7A-4ADC7ED92F9D}" srcOrd="5" destOrd="0" presId="urn:microsoft.com/office/officeart/2018/5/layout/IconCircleLabelList"/>
    <dgm:cxn modelId="{237A5998-F6E3-4309-B889-869C12AF7070}" type="presParOf" srcId="{7D5BE7F0-33C1-462B-A9A3-DA41C1FC8FB5}" destId="{8814E19C-AD6E-47BF-AA3C-251CD5330BE5}" srcOrd="6" destOrd="0" presId="urn:microsoft.com/office/officeart/2018/5/layout/IconCircleLabelList"/>
    <dgm:cxn modelId="{9EFA55FD-EB3E-48B0-AC1E-81387DDB1F37}" type="presParOf" srcId="{8814E19C-AD6E-47BF-AA3C-251CD5330BE5}" destId="{F57E323C-D351-4749-A7C3-B2BBD7492549}" srcOrd="0" destOrd="0" presId="urn:microsoft.com/office/officeart/2018/5/layout/IconCircleLabelList"/>
    <dgm:cxn modelId="{B2FB9A44-3261-4E84-8562-9DF42BF89E66}" type="presParOf" srcId="{8814E19C-AD6E-47BF-AA3C-251CD5330BE5}" destId="{D84C58F7-6A69-48CF-90F1-73FB26514217}" srcOrd="1" destOrd="0" presId="urn:microsoft.com/office/officeart/2018/5/layout/IconCircleLabelList"/>
    <dgm:cxn modelId="{7B96B318-D582-4857-9043-90B95EDE90DB}" type="presParOf" srcId="{8814E19C-AD6E-47BF-AA3C-251CD5330BE5}" destId="{8FD6EE7A-D1B7-4DC1-8EFF-082ADA1C87B0}" srcOrd="2" destOrd="0" presId="urn:microsoft.com/office/officeart/2018/5/layout/IconCircleLabelList"/>
    <dgm:cxn modelId="{EDA1CA35-E6DA-426B-A54D-15293755E9F6}" type="presParOf" srcId="{8814E19C-AD6E-47BF-AA3C-251CD5330BE5}" destId="{08343CD1-838F-4B33-9539-FBE782E6E7B2}" srcOrd="3" destOrd="0" presId="urn:microsoft.com/office/officeart/2018/5/layout/IconCircleLabelList"/>
    <dgm:cxn modelId="{18DF30E3-DB2D-445D-9716-66E301411A1C}" type="presParOf" srcId="{7D5BE7F0-33C1-462B-A9A3-DA41C1FC8FB5}" destId="{2A1E0873-DC8E-4DCE-B538-A4D4F1E06F91}" srcOrd="7" destOrd="0" presId="urn:microsoft.com/office/officeart/2018/5/layout/IconCircleLabelList"/>
    <dgm:cxn modelId="{898C41A9-D1F5-4E84-8EBD-F0FB76679608}" type="presParOf" srcId="{7D5BE7F0-33C1-462B-A9A3-DA41C1FC8FB5}" destId="{5B67D80D-91FE-4BA6-B889-27DD21962F56}" srcOrd="8" destOrd="0" presId="urn:microsoft.com/office/officeart/2018/5/layout/IconCircleLabelList"/>
    <dgm:cxn modelId="{155CCF02-6009-4537-93C8-99576ED2D686}" type="presParOf" srcId="{5B67D80D-91FE-4BA6-B889-27DD21962F56}" destId="{6C6D6C2A-E44C-42B0-83D0-61E333F0D954}" srcOrd="0" destOrd="0" presId="urn:microsoft.com/office/officeart/2018/5/layout/IconCircleLabelList"/>
    <dgm:cxn modelId="{3E841205-845C-447A-AB30-4BAEA19DC690}" type="presParOf" srcId="{5B67D80D-91FE-4BA6-B889-27DD21962F56}" destId="{B135D1CB-EF12-4DF1-9EED-3CCB33946F00}" srcOrd="1" destOrd="0" presId="urn:microsoft.com/office/officeart/2018/5/layout/IconCircleLabelList"/>
    <dgm:cxn modelId="{2E9B7CB6-4771-41B9-9B15-E1E227B0A429}" type="presParOf" srcId="{5B67D80D-91FE-4BA6-B889-27DD21962F56}" destId="{E4AB8A74-33D4-4D8F-BA4B-D5B03F865655}" srcOrd="2" destOrd="0" presId="urn:microsoft.com/office/officeart/2018/5/layout/IconCircleLabelList"/>
    <dgm:cxn modelId="{5F427AA4-E807-4C16-A6A7-5E285260F9AC}" type="presParOf" srcId="{5B67D80D-91FE-4BA6-B889-27DD21962F56}" destId="{84A843EB-EACA-4511-B7E7-60AC06DB5100}" srcOrd="3" destOrd="0" presId="urn:microsoft.com/office/officeart/2018/5/layout/IconCircleLabelList"/>
    <dgm:cxn modelId="{73D2F6BF-A8EF-470C-9324-309F6E422160}" type="presParOf" srcId="{7D5BE7F0-33C1-462B-A9A3-DA41C1FC8FB5}" destId="{59881F0E-AC41-4D72-8EA7-7714D8E2B7CE}" srcOrd="9" destOrd="0" presId="urn:microsoft.com/office/officeart/2018/5/layout/IconCircleLabelList"/>
    <dgm:cxn modelId="{4502F781-C171-4D23-B257-9AF906297625}" type="presParOf" srcId="{7D5BE7F0-33C1-462B-A9A3-DA41C1FC8FB5}" destId="{B0A4FC49-9F06-4EB9-8F11-FD95CFE969F5}" srcOrd="10" destOrd="0" presId="urn:microsoft.com/office/officeart/2018/5/layout/IconCircleLabelList"/>
    <dgm:cxn modelId="{AB75035A-0032-470D-AAD2-AE31FCBE068B}" type="presParOf" srcId="{B0A4FC49-9F06-4EB9-8F11-FD95CFE969F5}" destId="{40F75D0D-6ABF-45E7-AB81-0FDC5A0F2D96}" srcOrd="0" destOrd="0" presId="urn:microsoft.com/office/officeart/2018/5/layout/IconCircleLabelList"/>
    <dgm:cxn modelId="{8AC4F903-E70A-4244-A3F4-EB74501F9B15}" type="presParOf" srcId="{B0A4FC49-9F06-4EB9-8F11-FD95CFE969F5}" destId="{4A0F0423-0021-4466-B257-38772F2DB416}" srcOrd="1" destOrd="0" presId="urn:microsoft.com/office/officeart/2018/5/layout/IconCircleLabelList"/>
    <dgm:cxn modelId="{B4F21B89-A867-4D57-B82F-C10466B29107}" type="presParOf" srcId="{B0A4FC49-9F06-4EB9-8F11-FD95CFE969F5}" destId="{5FD3CE6F-6A21-46FC-9D10-C9D72B3CB95B}" srcOrd="2" destOrd="0" presId="urn:microsoft.com/office/officeart/2018/5/layout/IconCircleLabelList"/>
    <dgm:cxn modelId="{6DA3DDCD-1A25-410C-876A-2B559987FA6E}" type="presParOf" srcId="{B0A4FC49-9F06-4EB9-8F11-FD95CFE969F5}" destId="{0CA172EF-3686-4C5C-ACAE-B97A0BA0D59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2246416-2EAA-4ED6-8C0B-44064C5BC6A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9AD6C5A-2AD9-47E7-9DCB-FB6DF53E939F}">
      <dgm:prSet/>
      <dgm:spPr/>
      <dgm:t>
        <a:bodyPr/>
        <a:lstStyle/>
        <a:p>
          <a:pPr>
            <a:defRPr cap="all"/>
          </a:pPr>
          <a:r>
            <a:rPr lang="en-US"/>
            <a:t>• Lenguaje C#</a:t>
          </a:r>
        </a:p>
      </dgm:t>
    </dgm:pt>
    <dgm:pt modelId="{40740C0D-1711-4C68-A239-D7B0C557A185}" type="parTrans" cxnId="{39A6E1E3-B923-485B-A84C-B73B877F6F36}">
      <dgm:prSet/>
      <dgm:spPr/>
      <dgm:t>
        <a:bodyPr/>
        <a:lstStyle/>
        <a:p>
          <a:endParaRPr lang="en-US"/>
        </a:p>
      </dgm:t>
    </dgm:pt>
    <dgm:pt modelId="{FB06A61E-279D-403F-B5EE-4E3F76F8AF6D}" type="sibTrans" cxnId="{39A6E1E3-B923-485B-A84C-B73B877F6F36}">
      <dgm:prSet/>
      <dgm:spPr/>
      <dgm:t>
        <a:bodyPr/>
        <a:lstStyle/>
        <a:p>
          <a:endParaRPr lang="en-US"/>
        </a:p>
      </dgm:t>
    </dgm:pt>
    <dgm:pt modelId="{6FDEBEB9-C63A-419E-B943-674484C62ECA}">
      <dgm:prSet/>
      <dgm:spPr/>
      <dgm:t>
        <a:bodyPr/>
        <a:lstStyle/>
        <a:p>
          <a:pPr>
            <a:defRPr cap="all"/>
          </a:pPr>
          <a:r>
            <a:rPr lang="en-US"/>
            <a:t>• WinForms</a:t>
          </a:r>
        </a:p>
      </dgm:t>
    </dgm:pt>
    <dgm:pt modelId="{DFEE9301-C4F0-442D-9D8A-9C84BB114CEA}" type="parTrans" cxnId="{420F1BF7-3524-4EA1-B231-FFFFA8221AE2}">
      <dgm:prSet/>
      <dgm:spPr/>
      <dgm:t>
        <a:bodyPr/>
        <a:lstStyle/>
        <a:p>
          <a:endParaRPr lang="en-US"/>
        </a:p>
      </dgm:t>
    </dgm:pt>
    <dgm:pt modelId="{7C0AD20D-1E6A-4957-B60D-68DB8788B3EB}" type="sibTrans" cxnId="{420F1BF7-3524-4EA1-B231-FFFFA8221AE2}">
      <dgm:prSet/>
      <dgm:spPr/>
      <dgm:t>
        <a:bodyPr/>
        <a:lstStyle/>
        <a:p>
          <a:endParaRPr lang="en-US"/>
        </a:p>
      </dgm:t>
    </dgm:pt>
    <dgm:pt modelId="{4B65C99F-257F-4495-9EE9-CE0CA547822C}">
      <dgm:prSet/>
      <dgm:spPr/>
      <dgm:t>
        <a:bodyPr/>
        <a:lstStyle/>
        <a:p>
          <a:pPr>
            <a:defRPr cap="all"/>
          </a:pPr>
          <a:r>
            <a:rPr lang="en-US"/>
            <a:t>• MySQL Community Edition</a:t>
          </a:r>
        </a:p>
      </dgm:t>
    </dgm:pt>
    <dgm:pt modelId="{619F0906-DD3E-40F6-9E7A-1D0B960F7832}" type="parTrans" cxnId="{2C0EF084-D337-4B3E-9EA1-D16AFA68999C}">
      <dgm:prSet/>
      <dgm:spPr/>
      <dgm:t>
        <a:bodyPr/>
        <a:lstStyle/>
        <a:p>
          <a:endParaRPr lang="en-US"/>
        </a:p>
      </dgm:t>
    </dgm:pt>
    <dgm:pt modelId="{921CAF6F-FC18-4355-ADFA-9809E04F195A}" type="sibTrans" cxnId="{2C0EF084-D337-4B3E-9EA1-D16AFA68999C}">
      <dgm:prSet/>
      <dgm:spPr/>
      <dgm:t>
        <a:bodyPr/>
        <a:lstStyle/>
        <a:p>
          <a:endParaRPr lang="en-US"/>
        </a:p>
      </dgm:t>
    </dgm:pt>
    <dgm:pt modelId="{7BFC6C91-DF99-4786-89EA-775CA99ADDAF}">
      <dgm:prSet/>
      <dgm:spPr/>
      <dgm:t>
        <a:bodyPr/>
        <a:lstStyle/>
        <a:p>
          <a:pPr>
            <a:defRPr cap="all"/>
          </a:pPr>
          <a:r>
            <a:rPr lang="en-US"/>
            <a:t>• Visual Studio</a:t>
          </a:r>
        </a:p>
      </dgm:t>
    </dgm:pt>
    <dgm:pt modelId="{DECF33B8-C30A-4A4C-8875-0D32421D151F}" type="parTrans" cxnId="{41A6AAF0-5DDE-4D10-891C-5F91428E4F6A}">
      <dgm:prSet/>
      <dgm:spPr/>
      <dgm:t>
        <a:bodyPr/>
        <a:lstStyle/>
        <a:p>
          <a:endParaRPr lang="en-US"/>
        </a:p>
      </dgm:t>
    </dgm:pt>
    <dgm:pt modelId="{5CF569C0-378D-4B32-AFCB-190CDB1E10F3}" type="sibTrans" cxnId="{41A6AAF0-5DDE-4D10-891C-5F91428E4F6A}">
      <dgm:prSet/>
      <dgm:spPr/>
      <dgm:t>
        <a:bodyPr/>
        <a:lstStyle/>
        <a:p>
          <a:endParaRPr lang="en-US"/>
        </a:p>
      </dgm:t>
    </dgm:pt>
    <dgm:pt modelId="{5848B2C6-7725-4C20-A4FD-BA0DF76A1D16}">
      <dgm:prSet/>
      <dgm:spPr/>
      <dgm:t>
        <a:bodyPr/>
        <a:lstStyle/>
        <a:p>
          <a:pPr>
            <a:defRPr cap="all"/>
          </a:pPr>
          <a:r>
            <a:rPr lang="en-US"/>
            <a:t>• GitHub</a:t>
          </a:r>
        </a:p>
      </dgm:t>
    </dgm:pt>
    <dgm:pt modelId="{9BC6C7FD-F663-498C-8F89-AF69D0D7B778}" type="parTrans" cxnId="{90351166-0A1D-4EB9-8A7B-2EA050ED1FAA}">
      <dgm:prSet/>
      <dgm:spPr/>
      <dgm:t>
        <a:bodyPr/>
        <a:lstStyle/>
        <a:p>
          <a:endParaRPr lang="en-US"/>
        </a:p>
      </dgm:t>
    </dgm:pt>
    <dgm:pt modelId="{4730D3A4-B83F-4956-8813-81E26F8D720E}" type="sibTrans" cxnId="{90351166-0A1D-4EB9-8A7B-2EA050ED1FAA}">
      <dgm:prSet/>
      <dgm:spPr/>
      <dgm:t>
        <a:bodyPr/>
        <a:lstStyle/>
        <a:p>
          <a:endParaRPr lang="en-US"/>
        </a:p>
      </dgm:t>
    </dgm:pt>
    <dgm:pt modelId="{7B069AFB-FCA8-4F53-BF4E-4A047B8A2DC6}">
      <dgm:prSet/>
      <dgm:spPr/>
      <dgm:t>
        <a:bodyPr/>
        <a:lstStyle/>
        <a:p>
          <a:pPr>
            <a:defRPr cap="all"/>
          </a:pPr>
          <a:r>
            <a:rPr lang="en-US"/>
            <a:t>• Microsoft Teams</a:t>
          </a:r>
        </a:p>
      </dgm:t>
    </dgm:pt>
    <dgm:pt modelId="{E5F0DF3B-2971-4A25-883B-A15ED42D5ABB}" type="parTrans" cxnId="{80677988-29C0-4155-B73B-4D5894D83859}">
      <dgm:prSet/>
      <dgm:spPr/>
      <dgm:t>
        <a:bodyPr/>
        <a:lstStyle/>
        <a:p>
          <a:endParaRPr lang="en-US"/>
        </a:p>
      </dgm:t>
    </dgm:pt>
    <dgm:pt modelId="{031561CB-D7CF-4CC4-A07A-44984B9AF3B1}" type="sibTrans" cxnId="{80677988-29C0-4155-B73B-4D5894D83859}">
      <dgm:prSet/>
      <dgm:spPr/>
      <dgm:t>
        <a:bodyPr/>
        <a:lstStyle/>
        <a:p>
          <a:endParaRPr lang="en-US"/>
        </a:p>
      </dgm:t>
    </dgm:pt>
    <dgm:pt modelId="{BBF60E4E-F872-452E-9215-989A2C703DF4}" type="pres">
      <dgm:prSet presAssocID="{22246416-2EAA-4ED6-8C0B-44064C5BC6AD}" presName="root" presStyleCnt="0">
        <dgm:presLayoutVars>
          <dgm:dir/>
          <dgm:resizeHandles val="exact"/>
        </dgm:presLayoutVars>
      </dgm:prSet>
      <dgm:spPr/>
    </dgm:pt>
    <dgm:pt modelId="{793AA2AC-E306-4F19-A6A1-7E3EB46B9EFA}" type="pres">
      <dgm:prSet presAssocID="{F9AD6C5A-2AD9-47E7-9DCB-FB6DF53E939F}" presName="compNode" presStyleCnt="0"/>
      <dgm:spPr/>
    </dgm:pt>
    <dgm:pt modelId="{95DF99CA-E241-4026-ADEB-147EA57E14D9}" type="pres">
      <dgm:prSet presAssocID="{F9AD6C5A-2AD9-47E7-9DCB-FB6DF53E939F}" presName="iconBgRect" presStyleLbl="bgShp" presStyleIdx="0" presStyleCnt="6"/>
      <dgm:spPr/>
    </dgm:pt>
    <dgm:pt modelId="{C803443F-FAD9-4B75-8E2F-3907EE8FA448}" type="pres">
      <dgm:prSet presAssocID="{F9AD6C5A-2AD9-47E7-9DCB-FB6DF53E939F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eo"/>
        </a:ext>
      </dgm:extLst>
    </dgm:pt>
    <dgm:pt modelId="{DBAF98F6-C26C-4051-B83A-0F07AE6195FC}" type="pres">
      <dgm:prSet presAssocID="{F9AD6C5A-2AD9-47E7-9DCB-FB6DF53E939F}" presName="spaceRect" presStyleCnt="0"/>
      <dgm:spPr/>
    </dgm:pt>
    <dgm:pt modelId="{CD1F98FF-3A7F-4E60-B69B-F72F2C9228C3}" type="pres">
      <dgm:prSet presAssocID="{F9AD6C5A-2AD9-47E7-9DCB-FB6DF53E939F}" presName="textRect" presStyleLbl="revTx" presStyleIdx="0" presStyleCnt="6">
        <dgm:presLayoutVars>
          <dgm:chMax val="1"/>
          <dgm:chPref val="1"/>
        </dgm:presLayoutVars>
      </dgm:prSet>
      <dgm:spPr/>
    </dgm:pt>
    <dgm:pt modelId="{6D0E720B-08BC-4F91-8EFA-CBB0EBA18FF3}" type="pres">
      <dgm:prSet presAssocID="{FB06A61E-279D-403F-B5EE-4E3F76F8AF6D}" presName="sibTrans" presStyleCnt="0"/>
      <dgm:spPr/>
    </dgm:pt>
    <dgm:pt modelId="{F506594B-5225-4A21-ABDF-D98E81199C32}" type="pres">
      <dgm:prSet presAssocID="{6FDEBEB9-C63A-419E-B943-674484C62ECA}" presName="compNode" presStyleCnt="0"/>
      <dgm:spPr/>
    </dgm:pt>
    <dgm:pt modelId="{6D72F4B8-55AF-42F8-9D87-E61C756BAD57}" type="pres">
      <dgm:prSet presAssocID="{6FDEBEB9-C63A-419E-B943-674484C62ECA}" presName="iconBgRect" presStyleLbl="bgShp" presStyleIdx="1" presStyleCnt="6"/>
      <dgm:spPr/>
    </dgm:pt>
    <dgm:pt modelId="{7FFE6553-B1F2-4587-AE13-DE6A9498E7A8}" type="pres">
      <dgm:prSet presAssocID="{6FDEBEB9-C63A-419E-B943-674484C62EC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etti Ball"/>
        </a:ext>
      </dgm:extLst>
    </dgm:pt>
    <dgm:pt modelId="{6C820876-DE5A-42D2-9648-9B4A125378CF}" type="pres">
      <dgm:prSet presAssocID="{6FDEBEB9-C63A-419E-B943-674484C62ECA}" presName="spaceRect" presStyleCnt="0"/>
      <dgm:spPr/>
    </dgm:pt>
    <dgm:pt modelId="{68F204DD-9C41-4836-ACE8-92F42C241A84}" type="pres">
      <dgm:prSet presAssocID="{6FDEBEB9-C63A-419E-B943-674484C62ECA}" presName="textRect" presStyleLbl="revTx" presStyleIdx="1" presStyleCnt="6">
        <dgm:presLayoutVars>
          <dgm:chMax val="1"/>
          <dgm:chPref val="1"/>
        </dgm:presLayoutVars>
      </dgm:prSet>
      <dgm:spPr/>
    </dgm:pt>
    <dgm:pt modelId="{D7902181-0575-47C9-9848-6179CE56A048}" type="pres">
      <dgm:prSet presAssocID="{7C0AD20D-1E6A-4957-B60D-68DB8788B3EB}" presName="sibTrans" presStyleCnt="0"/>
      <dgm:spPr/>
    </dgm:pt>
    <dgm:pt modelId="{FD66CB7B-CE17-4CE8-B1D7-62A1D54593FF}" type="pres">
      <dgm:prSet presAssocID="{4B65C99F-257F-4495-9EE9-CE0CA547822C}" presName="compNode" presStyleCnt="0"/>
      <dgm:spPr/>
    </dgm:pt>
    <dgm:pt modelId="{334F3568-DC2F-4E35-9499-6BC0F24D52AE}" type="pres">
      <dgm:prSet presAssocID="{4B65C99F-257F-4495-9EE9-CE0CA547822C}" presName="iconBgRect" presStyleLbl="bgShp" presStyleIdx="2" presStyleCnt="6"/>
      <dgm:spPr/>
    </dgm:pt>
    <dgm:pt modelId="{2D36A602-E4F3-4D89-A6F9-574D503E2880}" type="pres">
      <dgm:prSet presAssocID="{4B65C99F-257F-4495-9EE9-CE0CA547822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178F1576-521B-48B8-AFFC-17DBDE1C0AE2}" type="pres">
      <dgm:prSet presAssocID="{4B65C99F-257F-4495-9EE9-CE0CA547822C}" presName="spaceRect" presStyleCnt="0"/>
      <dgm:spPr/>
    </dgm:pt>
    <dgm:pt modelId="{A8453D69-BE22-4E86-964C-AF1FE7467633}" type="pres">
      <dgm:prSet presAssocID="{4B65C99F-257F-4495-9EE9-CE0CA547822C}" presName="textRect" presStyleLbl="revTx" presStyleIdx="2" presStyleCnt="6">
        <dgm:presLayoutVars>
          <dgm:chMax val="1"/>
          <dgm:chPref val="1"/>
        </dgm:presLayoutVars>
      </dgm:prSet>
      <dgm:spPr/>
    </dgm:pt>
    <dgm:pt modelId="{5DA4CB97-A5E3-4973-B976-8E7F60651CD6}" type="pres">
      <dgm:prSet presAssocID="{921CAF6F-FC18-4355-ADFA-9809E04F195A}" presName="sibTrans" presStyleCnt="0"/>
      <dgm:spPr/>
    </dgm:pt>
    <dgm:pt modelId="{CD3C49BF-D933-4DDB-8EFF-1BBB1928ECE1}" type="pres">
      <dgm:prSet presAssocID="{7BFC6C91-DF99-4786-89EA-775CA99ADDAF}" presName="compNode" presStyleCnt="0"/>
      <dgm:spPr/>
    </dgm:pt>
    <dgm:pt modelId="{77F26933-BC71-4CD5-B804-706B13CD3DB4}" type="pres">
      <dgm:prSet presAssocID="{7BFC6C91-DF99-4786-89EA-775CA99ADDAF}" presName="iconBgRect" presStyleLbl="bgShp" presStyleIdx="3" presStyleCnt="6"/>
      <dgm:spPr/>
    </dgm:pt>
    <dgm:pt modelId="{DFBFC53E-939F-4AF6-BCC0-6BEDCC4372BB}" type="pres">
      <dgm:prSet presAssocID="{7BFC6C91-DF99-4786-89EA-775CA99ADDAF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ballete"/>
        </a:ext>
      </dgm:extLst>
    </dgm:pt>
    <dgm:pt modelId="{49D72C71-A56D-46D5-890A-A52C84A8EE53}" type="pres">
      <dgm:prSet presAssocID="{7BFC6C91-DF99-4786-89EA-775CA99ADDAF}" presName="spaceRect" presStyleCnt="0"/>
      <dgm:spPr/>
    </dgm:pt>
    <dgm:pt modelId="{F348011E-E76E-4072-852A-EC647C0D4DD8}" type="pres">
      <dgm:prSet presAssocID="{7BFC6C91-DF99-4786-89EA-775CA99ADDAF}" presName="textRect" presStyleLbl="revTx" presStyleIdx="3" presStyleCnt="6">
        <dgm:presLayoutVars>
          <dgm:chMax val="1"/>
          <dgm:chPref val="1"/>
        </dgm:presLayoutVars>
      </dgm:prSet>
      <dgm:spPr/>
    </dgm:pt>
    <dgm:pt modelId="{1A0BD3A6-A440-493A-80CD-DA9C9EB45833}" type="pres">
      <dgm:prSet presAssocID="{5CF569C0-378D-4B32-AFCB-190CDB1E10F3}" presName="sibTrans" presStyleCnt="0"/>
      <dgm:spPr/>
    </dgm:pt>
    <dgm:pt modelId="{65AAD6FB-B063-4730-821D-53FCB1113752}" type="pres">
      <dgm:prSet presAssocID="{5848B2C6-7725-4C20-A4FD-BA0DF76A1D16}" presName="compNode" presStyleCnt="0"/>
      <dgm:spPr/>
    </dgm:pt>
    <dgm:pt modelId="{0FE0AD37-1F84-43F0-8C81-B319BA881429}" type="pres">
      <dgm:prSet presAssocID="{5848B2C6-7725-4C20-A4FD-BA0DF76A1D16}" presName="iconBgRect" presStyleLbl="bgShp" presStyleIdx="4" presStyleCnt="6"/>
      <dgm:spPr/>
    </dgm:pt>
    <dgm:pt modelId="{B0BC27AF-F725-4B1C-AB50-194F49BE9CE3}" type="pres">
      <dgm:prSet presAssocID="{5848B2C6-7725-4C20-A4FD-BA0DF76A1D1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ituradora de papel"/>
        </a:ext>
      </dgm:extLst>
    </dgm:pt>
    <dgm:pt modelId="{AC9E7615-6E50-4C4F-B463-E61F162FD076}" type="pres">
      <dgm:prSet presAssocID="{5848B2C6-7725-4C20-A4FD-BA0DF76A1D16}" presName="spaceRect" presStyleCnt="0"/>
      <dgm:spPr/>
    </dgm:pt>
    <dgm:pt modelId="{EBABE0A3-D5A2-470C-8B9A-AA4B58DE24B7}" type="pres">
      <dgm:prSet presAssocID="{5848B2C6-7725-4C20-A4FD-BA0DF76A1D16}" presName="textRect" presStyleLbl="revTx" presStyleIdx="4" presStyleCnt="6">
        <dgm:presLayoutVars>
          <dgm:chMax val="1"/>
          <dgm:chPref val="1"/>
        </dgm:presLayoutVars>
      </dgm:prSet>
      <dgm:spPr/>
    </dgm:pt>
    <dgm:pt modelId="{B04F9BB7-EE04-4869-83BA-7EE53CCC5DF0}" type="pres">
      <dgm:prSet presAssocID="{4730D3A4-B83F-4956-8813-81E26F8D720E}" presName="sibTrans" presStyleCnt="0"/>
      <dgm:spPr/>
    </dgm:pt>
    <dgm:pt modelId="{F7E8B593-B5AD-40C1-AE35-FD6A0BDF5EDB}" type="pres">
      <dgm:prSet presAssocID="{7B069AFB-FCA8-4F53-BF4E-4A047B8A2DC6}" presName="compNode" presStyleCnt="0"/>
      <dgm:spPr/>
    </dgm:pt>
    <dgm:pt modelId="{17D72671-0B52-4422-B068-2CAD300CE60B}" type="pres">
      <dgm:prSet presAssocID="{7B069AFB-FCA8-4F53-BF4E-4A047B8A2DC6}" presName="iconBgRect" presStyleLbl="bgShp" presStyleIdx="5" presStyleCnt="6"/>
      <dgm:spPr/>
    </dgm:pt>
    <dgm:pt modelId="{606A8B87-E8FC-4760-BF21-DA6CD34907B1}" type="pres">
      <dgm:prSet presAssocID="{7B069AFB-FCA8-4F53-BF4E-4A047B8A2DC6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s"/>
        </a:ext>
      </dgm:extLst>
    </dgm:pt>
    <dgm:pt modelId="{45901716-0765-4EAC-9AF2-D1901A486D98}" type="pres">
      <dgm:prSet presAssocID="{7B069AFB-FCA8-4F53-BF4E-4A047B8A2DC6}" presName="spaceRect" presStyleCnt="0"/>
      <dgm:spPr/>
    </dgm:pt>
    <dgm:pt modelId="{7671B7C5-24A5-47E7-9DEC-490A24B97CA9}" type="pres">
      <dgm:prSet presAssocID="{7B069AFB-FCA8-4F53-BF4E-4A047B8A2DC6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A5A86309-9252-4CC3-8BF8-B5B8A4CFE798}" type="presOf" srcId="{7BFC6C91-DF99-4786-89EA-775CA99ADDAF}" destId="{F348011E-E76E-4072-852A-EC647C0D4DD8}" srcOrd="0" destOrd="0" presId="urn:microsoft.com/office/officeart/2018/5/layout/IconCircleLabelList"/>
    <dgm:cxn modelId="{3B32F964-5132-484A-88FA-C00AF86F66B7}" type="presOf" srcId="{22246416-2EAA-4ED6-8C0B-44064C5BC6AD}" destId="{BBF60E4E-F872-452E-9215-989A2C703DF4}" srcOrd="0" destOrd="0" presId="urn:microsoft.com/office/officeart/2018/5/layout/IconCircleLabelList"/>
    <dgm:cxn modelId="{90351166-0A1D-4EB9-8A7B-2EA050ED1FAA}" srcId="{22246416-2EAA-4ED6-8C0B-44064C5BC6AD}" destId="{5848B2C6-7725-4C20-A4FD-BA0DF76A1D16}" srcOrd="4" destOrd="0" parTransId="{9BC6C7FD-F663-498C-8F89-AF69D0D7B778}" sibTransId="{4730D3A4-B83F-4956-8813-81E26F8D720E}"/>
    <dgm:cxn modelId="{20CBFF58-7641-49C7-9B4B-1D2A4652502E}" type="presOf" srcId="{6FDEBEB9-C63A-419E-B943-674484C62ECA}" destId="{68F204DD-9C41-4836-ACE8-92F42C241A84}" srcOrd="0" destOrd="0" presId="urn:microsoft.com/office/officeart/2018/5/layout/IconCircleLabelList"/>
    <dgm:cxn modelId="{6BD7F383-9244-4105-A14C-E62C555192A1}" type="presOf" srcId="{5848B2C6-7725-4C20-A4FD-BA0DF76A1D16}" destId="{EBABE0A3-D5A2-470C-8B9A-AA4B58DE24B7}" srcOrd="0" destOrd="0" presId="urn:microsoft.com/office/officeart/2018/5/layout/IconCircleLabelList"/>
    <dgm:cxn modelId="{2C0EF084-D337-4B3E-9EA1-D16AFA68999C}" srcId="{22246416-2EAA-4ED6-8C0B-44064C5BC6AD}" destId="{4B65C99F-257F-4495-9EE9-CE0CA547822C}" srcOrd="2" destOrd="0" parTransId="{619F0906-DD3E-40F6-9E7A-1D0B960F7832}" sibTransId="{921CAF6F-FC18-4355-ADFA-9809E04F195A}"/>
    <dgm:cxn modelId="{80677988-29C0-4155-B73B-4D5894D83859}" srcId="{22246416-2EAA-4ED6-8C0B-44064C5BC6AD}" destId="{7B069AFB-FCA8-4F53-BF4E-4A047B8A2DC6}" srcOrd="5" destOrd="0" parTransId="{E5F0DF3B-2971-4A25-883B-A15ED42D5ABB}" sibTransId="{031561CB-D7CF-4CC4-A07A-44984B9AF3B1}"/>
    <dgm:cxn modelId="{A997B6A6-0EFB-4AB2-AB6C-E4FDD7DBA8E2}" type="presOf" srcId="{4B65C99F-257F-4495-9EE9-CE0CA547822C}" destId="{A8453D69-BE22-4E86-964C-AF1FE7467633}" srcOrd="0" destOrd="0" presId="urn:microsoft.com/office/officeart/2018/5/layout/IconCircleLabelList"/>
    <dgm:cxn modelId="{4EF6EFC2-2074-4794-8682-92B811428EAC}" type="presOf" srcId="{7B069AFB-FCA8-4F53-BF4E-4A047B8A2DC6}" destId="{7671B7C5-24A5-47E7-9DEC-490A24B97CA9}" srcOrd="0" destOrd="0" presId="urn:microsoft.com/office/officeart/2018/5/layout/IconCircleLabelList"/>
    <dgm:cxn modelId="{F06F31DE-5F9F-487E-9EA0-44490EC85E0A}" type="presOf" srcId="{F9AD6C5A-2AD9-47E7-9DCB-FB6DF53E939F}" destId="{CD1F98FF-3A7F-4E60-B69B-F72F2C9228C3}" srcOrd="0" destOrd="0" presId="urn:microsoft.com/office/officeart/2018/5/layout/IconCircleLabelList"/>
    <dgm:cxn modelId="{39A6E1E3-B923-485B-A84C-B73B877F6F36}" srcId="{22246416-2EAA-4ED6-8C0B-44064C5BC6AD}" destId="{F9AD6C5A-2AD9-47E7-9DCB-FB6DF53E939F}" srcOrd="0" destOrd="0" parTransId="{40740C0D-1711-4C68-A239-D7B0C557A185}" sibTransId="{FB06A61E-279D-403F-B5EE-4E3F76F8AF6D}"/>
    <dgm:cxn modelId="{41A6AAF0-5DDE-4D10-891C-5F91428E4F6A}" srcId="{22246416-2EAA-4ED6-8C0B-44064C5BC6AD}" destId="{7BFC6C91-DF99-4786-89EA-775CA99ADDAF}" srcOrd="3" destOrd="0" parTransId="{DECF33B8-C30A-4A4C-8875-0D32421D151F}" sibTransId="{5CF569C0-378D-4B32-AFCB-190CDB1E10F3}"/>
    <dgm:cxn modelId="{420F1BF7-3524-4EA1-B231-FFFFA8221AE2}" srcId="{22246416-2EAA-4ED6-8C0B-44064C5BC6AD}" destId="{6FDEBEB9-C63A-419E-B943-674484C62ECA}" srcOrd="1" destOrd="0" parTransId="{DFEE9301-C4F0-442D-9D8A-9C84BB114CEA}" sibTransId="{7C0AD20D-1E6A-4957-B60D-68DB8788B3EB}"/>
    <dgm:cxn modelId="{154CB517-A7DB-43A4-B24A-9F88493CA8FB}" type="presParOf" srcId="{BBF60E4E-F872-452E-9215-989A2C703DF4}" destId="{793AA2AC-E306-4F19-A6A1-7E3EB46B9EFA}" srcOrd="0" destOrd="0" presId="urn:microsoft.com/office/officeart/2018/5/layout/IconCircleLabelList"/>
    <dgm:cxn modelId="{05D8EF73-F83F-4B4D-BC53-C3F7CF2B6CD9}" type="presParOf" srcId="{793AA2AC-E306-4F19-A6A1-7E3EB46B9EFA}" destId="{95DF99CA-E241-4026-ADEB-147EA57E14D9}" srcOrd="0" destOrd="0" presId="urn:microsoft.com/office/officeart/2018/5/layout/IconCircleLabelList"/>
    <dgm:cxn modelId="{377E61BC-598D-43BD-BF8E-FDCBA1BFF3AE}" type="presParOf" srcId="{793AA2AC-E306-4F19-A6A1-7E3EB46B9EFA}" destId="{C803443F-FAD9-4B75-8E2F-3907EE8FA448}" srcOrd="1" destOrd="0" presId="urn:microsoft.com/office/officeart/2018/5/layout/IconCircleLabelList"/>
    <dgm:cxn modelId="{F18C7C83-FCC7-47F1-B4BA-388DE7447945}" type="presParOf" srcId="{793AA2AC-E306-4F19-A6A1-7E3EB46B9EFA}" destId="{DBAF98F6-C26C-4051-B83A-0F07AE6195FC}" srcOrd="2" destOrd="0" presId="urn:microsoft.com/office/officeart/2018/5/layout/IconCircleLabelList"/>
    <dgm:cxn modelId="{A634DC47-B641-421F-BB29-0CAF6FB5F5E2}" type="presParOf" srcId="{793AA2AC-E306-4F19-A6A1-7E3EB46B9EFA}" destId="{CD1F98FF-3A7F-4E60-B69B-F72F2C9228C3}" srcOrd="3" destOrd="0" presId="urn:microsoft.com/office/officeart/2018/5/layout/IconCircleLabelList"/>
    <dgm:cxn modelId="{06D4CA08-9E04-44D1-9170-9DFDEC103B30}" type="presParOf" srcId="{BBF60E4E-F872-452E-9215-989A2C703DF4}" destId="{6D0E720B-08BC-4F91-8EFA-CBB0EBA18FF3}" srcOrd="1" destOrd="0" presId="urn:microsoft.com/office/officeart/2018/5/layout/IconCircleLabelList"/>
    <dgm:cxn modelId="{28531450-ACDC-404E-BBE4-370E336C777B}" type="presParOf" srcId="{BBF60E4E-F872-452E-9215-989A2C703DF4}" destId="{F506594B-5225-4A21-ABDF-D98E81199C32}" srcOrd="2" destOrd="0" presId="urn:microsoft.com/office/officeart/2018/5/layout/IconCircleLabelList"/>
    <dgm:cxn modelId="{F1435416-76FD-45DA-9EAE-202B40CFC42A}" type="presParOf" srcId="{F506594B-5225-4A21-ABDF-D98E81199C32}" destId="{6D72F4B8-55AF-42F8-9D87-E61C756BAD57}" srcOrd="0" destOrd="0" presId="urn:microsoft.com/office/officeart/2018/5/layout/IconCircleLabelList"/>
    <dgm:cxn modelId="{BC6FDF13-E600-43EF-9395-F1CEC241161E}" type="presParOf" srcId="{F506594B-5225-4A21-ABDF-D98E81199C32}" destId="{7FFE6553-B1F2-4587-AE13-DE6A9498E7A8}" srcOrd="1" destOrd="0" presId="urn:microsoft.com/office/officeart/2018/5/layout/IconCircleLabelList"/>
    <dgm:cxn modelId="{488BFC1A-8D24-40A9-9726-C9FDF7BBD69E}" type="presParOf" srcId="{F506594B-5225-4A21-ABDF-D98E81199C32}" destId="{6C820876-DE5A-42D2-9648-9B4A125378CF}" srcOrd="2" destOrd="0" presId="urn:microsoft.com/office/officeart/2018/5/layout/IconCircleLabelList"/>
    <dgm:cxn modelId="{D545ED07-6FB3-49EB-BB84-29E20CFDFF19}" type="presParOf" srcId="{F506594B-5225-4A21-ABDF-D98E81199C32}" destId="{68F204DD-9C41-4836-ACE8-92F42C241A84}" srcOrd="3" destOrd="0" presId="urn:microsoft.com/office/officeart/2018/5/layout/IconCircleLabelList"/>
    <dgm:cxn modelId="{2EF1167D-32C5-4641-B3A0-AB7002563F35}" type="presParOf" srcId="{BBF60E4E-F872-452E-9215-989A2C703DF4}" destId="{D7902181-0575-47C9-9848-6179CE56A048}" srcOrd="3" destOrd="0" presId="urn:microsoft.com/office/officeart/2018/5/layout/IconCircleLabelList"/>
    <dgm:cxn modelId="{D6619FCB-5132-4AA0-AF69-9F09529E0F45}" type="presParOf" srcId="{BBF60E4E-F872-452E-9215-989A2C703DF4}" destId="{FD66CB7B-CE17-4CE8-B1D7-62A1D54593FF}" srcOrd="4" destOrd="0" presId="urn:microsoft.com/office/officeart/2018/5/layout/IconCircleLabelList"/>
    <dgm:cxn modelId="{EE36975E-9E09-4F17-902D-4C47D2DC5A42}" type="presParOf" srcId="{FD66CB7B-CE17-4CE8-B1D7-62A1D54593FF}" destId="{334F3568-DC2F-4E35-9499-6BC0F24D52AE}" srcOrd="0" destOrd="0" presId="urn:microsoft.com/office/officeart/2018/5/layout/IconCircleLabelList"/>
    <dgm:cxn modelId="{9E8D3267-E16A-4D39-B175-88FCB891F29B}" type="presParOf" srcId="{FD66CB7B-CE17-4CE8-B1D7-62A1D54593FF}" destId="{2D36A602-E4F3-4D89-A6F9-574D503E2880}" srcOrd="1" destOrd="0" presId="urn:microsoft.com/office/officeart/2018/5/layout/IconCircleLabelList"/>
    <dgm:cxn modelId="{A3F663CA-BC1F-4F8D-921E-3746EB06F4C2}" type="presParOf" srcId="{FD66CB7B-CE17-4CE8-B1D7-62A1D54593FF}" destId="{178F1576-521B-48B8-AFFC-17DBDE1C0AE2}" srcOrd="2" destOrd="0" presId="urn:microsoft.com/office/officeart/2018/5/layout/IconCircleLabelList"/>
    <dgm:cxn modelId="{B8704750-767F-4BCB-82C6-958D5EE49C08}" type="presParOf" srcId="{FD66CB7B-CE17-4CE8-B1D7-62A1D54593FF}" destId="{A8453D69-BE22-4E86-964C-AF1FE7467633}" srcOrd="3" destOrd="0" presId="urn:microsoft.com/office/officeart/2018/5/layout/IconCircleLabelList"/>
    <dgm:cxn modelId="{D438BD7E-10E0-4FBC-A345-3D4B41D54D73}" type="presParOf" srcId="{BBF60E4E-F872-452E-9215-989A2C703DF4}" destId="{5DA4CB97-A5E3-4973-B976-8E7F60651CD6}" srcOrd="5" destOrd="0" presId="urn:microsoft.com/office/officeart/2018/5/layout/IconCircleLabelList"/>
    <dgm:cxn modelId="{B1FCBC64-E085-44A4-B06B-C5144E53526E}" type="presParOf" srcId="{BBF60E4E-F872-452E-9215-989A2C703DF4}" destId="{CD3C49BF-D933-4DDB-8EFF-1BBB1928ECE1}" srcOrd="6" destOrd="0" presId="urn:microsoft.com/office/officeart/2018/5/layout/IconCircleLabelList"/>
    <dgm:cxn modelId="{90BF36C5-859E-440D-BC17-91C4F96A2F9C}" type="presParOf" srcId="{CD3C49BF-D933-4DDB-8EFF-1BBB1928ECE1}" destId="{77F26933-BC71-4CD5-B804-706B13CD3DB4}" srcOrd="0" destOrd="0" presId="urn:microsoft.com/office/officeart/2018/5/layout/IconCircleLabelList"/>
    <dgm:cxn modelId="{C32AD17D-EEDE-4FCC-99D7-10BD4AE896B9}" type="presParOf" srcId="{CD3C49BF-D933-4DDB-8EFF-1BBB1928ECE1}" destId="{DFBFC53E-939F-4AF6-BCC0-6BEDCC4372BB}" srcOrd="1" destOrd="0" presId="urn:microsoft.com/office/officeart/2018/5/layout/IconCircleLabelList"/>
    <dgm:cxn modelId="{48383F9F-FDE1-45B2-A646-503D03AEF001}" type="presParOf" srcId="{CD3C49BF-D933-4DDB-8EFF-1BBB1928ECE1}" destId="{49D72C71-A56D-46D5-890A-A52C84A8EE53}" srcOrd="2" destOrd="0" presId="urn:microsoft.com/office/officeart/2018/5/layout/IconCircleLabelList"/>
    <dgm:cxn modelId="{B57BE117-93CE-4427-A26B-7061FFEEFAB9}" type="presParOf" srcId="{CD3C49BF-D933-4DDB-8EFF-1BBB1928ECE1}" destId="{F348011E-E76E-4072-852A-EC647C0D4DD8}" srcOrd="3" destOrd="0" presId="urn:microsoft.com/office/officeart/2018/5/layout/IconCircleLabelList"/>
    <dgm:cxn modelId="{70728D22-B826-484F-B012-79DCE2412648}" type="presParOf" srcId="{BBF60E4E-F872-452E-9215-989A2C703DF4}" destId="{1A0BD3A6-A440-493A-80CD-DA9C9EB45833}" srcOrd="7" destOrd="0" presId="urn:microsoft.com/office/officeart/2018/5/layout/IconCircleLabelList"/>
    <dgm:cxn modelId="{82521D21-3D62-4795-B94A-0F9139638BA2}" type="presParOf" srcId="{BBF60E4E-F872-452E-9215-989A2C703DF4}" destId="{65AAD6FB-B063-4730-821D-53FCB1113752}" srcOrd="8" destOrd="0" presId="urn:microsoft.com/office/officeart/2018/5/layout/IconCircleLabelList"/>
    <dgm:cxn modelId="{B7B17AC8-27DF-4C8E-950C-55F75323FF2E}" type="presParOf" srcId="{65AAD6FB-B063-4730-821D-53FCB1113752}" destId="{0FE0AD37-1F84-43F0-8C81-B319BA881429}" srcOrd="0" destOrd="0" presId="urn:microsoft.com/office/officeart/2018/5/layout/IconCircleLabelList"/>
    <dgm:cxn modelId="{A55659E9-A780-4595-A04F-0AD34ECCF395}" type="presParOf" srcId="{65AAD6FB-B063-4730-821D-53FCB1113752}" destId="{B0BC27AF-F725-4B1C-AB50-194F49BE9CE3}" srcOrd="1" destOrd="0" presId="urn:microsoft.com/office/officeart/2018/5/layout/IconCircleLabelList"/>
    <dgm:cxn modelId="{8C786B9C-2539-4AD0-964D-A921FCBDAAE4}" type="presParOf" srcId="{65AAD6FB-B063-4730-821D-53FCB1113752}" destId="{AC9E7615-6E50-4C4F-B463-E61F162FD076}" srcOrd="2" destOrd="0" presId="urn:microsoft.com/office/officeart/2018/5/layout/IconCircleLabelList"/>
    <dgm:cxn modelId="{E4209E85-D3FE-4336-BD7E-7AD30237CD32}" type="presParOf" srcId="{65AAD6FB-B063-4730-821D-53FCB1113752}" destId="{EBABE0A3-D5A2-470C-8B9A-AA4B58DE24B7}" srcOrd="3" destOrd="0" presId="urn:microsoft.com/office/officeart/2018/5/layout/IconCircleLabelList"/>
    <dgm:cxn modelId="{80D6D586-B329-495F-A10A-7F7501722FB6}" type="presParOf" srcId="{BBF60E4E-F872-452E-9215-989A2C703DF4}" destId="{B04F9BB7-EE04-4869-83BA-7EE53CCC5DF0}" srcOrd="9" destOrd="0" presId="urn:microsoft.com/office/officeart/2018/5/layout/IconCircleLabelList"/>
    <dgm:cxn modelId="{F40A6DA1-339E-459F-A7C7-4B1BC130C174}" type="presParOf" srcId="{BBF60E4E-F872-452E-9215-989A2C703DF4}" destId="{F7E8B593-B5AD-40C1-AE35-FD6A0BDF5EDB}" srcOrd="10" destOrd="0" presId="urn:microsoft.com/office/officeart/2018/5/layout/IconCircleLabelList"/>
    <dgm:cxn modelId="{8890F7F3-EE6E-4ED1-932D-979477E448FD}" type="presParOf" srcId="{F7E8B593-B5AD-40C1-AE35-FD6A0BDF5EDB}" destId="{17D72671-0B52-4422-B068-2CAD300CE60B}" srcOrd="0" destOrd="0" presId="urn:microsoft.com/office/officeart/2018/5/layout/IconCircleLabelList"/>
    <dgm:cxn modelId="{313D2221-40CE-4065-BAE4-24FBAC97653B}" type="presParOf" srcId="{F7E8B593-B5AD-40C1-AE35-FD6A0BDF5EDB}" destId="{606A8B87-E8FC-4760-BF21-DA6CD34907B1}" srcOrd="1" destOrd="0" presId="urn:microsoft.com/office/officeart/2018/5/layout/IconCircleLabelList"/>
    <dgm:cxn modelId="{8DDB76F8-D412-4CEC-8A41-ACC28109E438}" type="presParOf" srcId="{F7E8B593-B5AD-40C1-AE35-FD6A0BDF5EDB}" destId="{45901716-0765-4EAC-9AF2-D1901A486D98}" srcOrd="2" destOrd="0" presId="urn:microsoft.com/office/officeart/2018/5/layout/IconCircleLabelList"/>
    <dgm:cxn modelId="{15BD2F75-41E6-4748-A366-B3CA6DB1D3F0}" type="presParOf" srcId="{F7E8B593-B5AD-40C1-AE35-FD6A0BDF5EDB}" destId="{7671B7C5-24A5-47E7-9DEC-490A24B97CA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659EB19-6C23-41B5-BE07-6AFD3A763A9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924D62F-3F58-4E76-9513-AE5B260182FA}">
      <dgm:prSet/>
      <dgm:spPr/>
      <dgm:t>
        <a:bodyPr/>
        <a:lstStyle/>
        <a:p>
          <a:r>
            <a:rPr lang="en-US"/>
            <a:t>• Sistema completamente funcional</a:t>
          </a:r>
        </a:p>
      </dgm:t>
    </dgm:pt>
    <dgm:pt modelId="{562526BD-0F04-4D35-AE31-18530BF87811}" type="parTrans" cxnId="{E4C40971-FA35-464B-B319-9AC2A62FD61F}">
      <dgm:prSet/>
      <dgm:spPr/>
      <dgm:t>
        <a:bodyPr/>
        <a:lstStyle/>
        <a:p>
          <a:endParaRPr lang="en-US"/>
        </a:p>
      </dgm:t>
    </dgm:pt>
    <dgm:pt modelId="{C3AD863D-8620-4FD4-9140-4F6D8229B1BC}" type="sibTrans" cxnId="{E4C40971-FA35-464B-B319-9AC2A62FD61F}">
      <dgm:prSet/>
      <dgm:spPr/>
      <dgm:t>
        <a:bodyPr/>
        <a:lstStyle/>
        <a:p>
          <a:endParaRPr lang="en-US"/>
        </a:p>
      </dgm:t>
    </dgm:pt>
    <dgm:pt modelId="{FE2FBB2C-568C-45DD-9310-8618770BF37A}">
      <dgm:prSet/>
      <dgm:spPr/>
      <dgm:t>
        <a:bodyPr/>
        <a:lstStyle/>
        <a:p>
          <a:r>
            <a:rPr lang="en-US"/>
            <a:t>• Gestión correcta de ventas y stock</a:t>
          </a:r>
        </a:p>
      </dgm:t>
    </dgm:pt>
    <dgm:pt modelId="{619B4BB3-34AC-4890-849C-27F772C78E32}" type="parTrans" cxnId="{0FF568B0-0BD7-449C-8D1B-C27137863E5E}">
      <dgm:prSet/>
      <dgm:spPr/>
      <dgm:t>
        <a:bodyPr/>
        <a:lstStyle/>
        <a:p>
          <a:endParaRPr lang="en-US"/>
        </a:p>
      </dgm:t>
    </dgm:pt>
    <dgm:pt modelId="{158912E0-816E-42F3-97B9-14CC2F56112F}" type="sibTrans" cxnId="{0FF568B0-0BD7-449C-8D1B-C27137863E5E}">
      <dgm:prSet/>
      <dgm:spPr/>
      <dgm:t>
        <a:bodyPr/>
        <a:lstStyle/>
        <a:p>
          <a:endParaRPr lang="en-US"/>
        </a:p>
      </dgm:t>
    </dgm:pt>
    <dgm:pt modelId="{73F95223-7B4B-45D1-A10E-121D97880AD9}">
      <dgm:prSet/>
      <dgm:spPr/>
      <dgm:t>
        <a:bodyPr/>
        <a:lstStyle/>
        <a:p>
          <a:r>
            <a:rPr lang="en-US"/>
            <a:t>• Cumplimiento de objetivos</a:t>
          </a:r>
        </a:p>
      </dgm:t>
    </dgm:pt>
    <dgm:pt modelId="{3EE705B3-5D4C-4D74-A7F6-001843110B08}" type="parTrans" cxnId="{C2043D98-9017-4C62-AE31-387C05F2A7BA}">
      <dgm:prSet/>
      <dgm:spPr/>
      <dgm:t>
        <a:bodyPr/>
        <a:lstStyle/>
        <a:p>
          <a:endParaRPr lang="en-US"/>
        </a:p>
      </dgm:t>
    </dgm:pt>
    <dgm:pt modelId="{96CA322F-700C-4760-B76B-7FDC6C4C3907}" type="sibTrans" cxnId="{C2043D98-9017-4C62-AE31-387C05F2A7BA}">
      <dgm:prSet/>
      <dgm:spPr/>
      <dgm:t>
        <a:bodyPr/>
        <a:lstStyle/>
        <a:p>
          <a:endParaRPr lang="en-US"/>
        </a:p>
      </dgm:t>
    </dgm:pt>
    <dgm:pt modelId="{5C56DB42-461A-4E4B-87A9-1AA7BA889C8D}">
      <dgm:prSet/>
      <dgm:spPr/>
      <dgm:t>
        <a:bodyPr/>
        <a:lstStyle/>
        <a:p>
          <a:r>
            <a:rPr lang="en-US"/>
            <a:t>• Aplicación lista para uso real</a:t>
          </a:r>
        </a:p>
      </dgm:t>
    </dgm:pt>
    <dgm:pt modelId="{F726F284-F093-492D-965B-55B89325BFF0}" type="parTrans" cxnId="{4996E382-864E-403F-B969-661DBEC90EF4}">
      <dgm:prSet/>
      <dgm:spPr/>
      <dgm:t>
        <a:bodyPr/>
        <a:lstStyle/>
        <a:p>
          <a:endParaRPr lang="en-US"/>
        </a:p>
      </dgm:t>
    </dgm:pt>
    <dgm:pt modelId="{7302F682-5A87-4457-9461-F5769B9D9A3E}" type="sibTrans" cxnId="{4996E382-864E-403F-B969-661DBEC90EF4}">
      <dgm:prSet/>
      <dgm:spPr/>
      <dgm:t>
        <a:bodyPr/>
        <a:lstStyle/>
        <a:p>
          <a:endParaRPr lang="en-US"/>
        </a:p>
      </dgm:t>
    </dgm:pt>
    <dgm:pt modelId="{3F63B0DA-D5E8-44F8-A584-DFF7E8C26D4D}" type="pres">
      <dgm:prSet presAssocID="{D659EB19-6C23-41B5-BE07-6AFD3A763A91}" presName="root" presStyleCnt="0">
        <dgm:presLayoutVars>
          <dgm:dir/>
          <dgm:resizeHandles val="exact"/>
        </dgm:presLayoutVars>
      </dgm:prSet>
      <dgm:spPr/>
    </dgm:pt>
    <dgm:pt modelId="{211AEF3A-2B3B-43DE-86C0-EE30A5B4F3F3}" type="pres">
      <dgm:prSet presAssocID="{1924D62F-3F58-4E76-9513-AE5B260182FA}" presName="compNode" presStyleCnt="0"/>
      <dgm:spPr/>
    </dgm:pt>
    <dgm:pt modelId="{753DAAD0-D7AB-4E4E-995F-CAE6F932C32A}" type="pres">
      <dgm:prSet presAssocID="{1924D62F-3F58-4E76-9513-AE5B260182F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5ED1590D-E300-4426-9C86-C640F1C43D43}" type="pres">
      <dgm:prSet presAssocID="{1924D62F-3F58-4E76-9513-AE5B260182FA}" presName="spaceRect" presStyleCnt="0"/>
      <dgm:spPr/>
    </dgm:pt>
    <dgm:pt modelId="{78884B1B-4F4E-4937-991C-27EFEE395337}" type="pres">
      <dgm:prSet presAssocID="{1924D62F-3F58-4E76-9513-AE5B260182FA}" presName="textRect" presStyleLbl="revTx" presStyleIdx="0" presStyleCnt="4">
        <dgm:presLayoutVars>
          <dgm:chMax val="1"/>
          <dgm:chPref val="1"/>
        </dgm:presLayoutVars>
      </dgm:prSet>
      <dgm:spPr/>
    </dgm:pt>
    <dgm:pt modelId="{BE9E6946-DBD5-4D02-A552-AA605EDC0668}" type="pres">
      <dgm:prSet presAssocID="{C3AD863D-8620-4FD4-9140-4F6D8229B1BC}" presName="sibTrans" presStyleCnt="0"/>
      <dgm:spPr/>
    </dgm:pt>
    <dgm:pt modelId="{BC5205B0-EFD7-4C3B-A374-0F88CDDC5A47}" type="pres">
      <dgm:prSet presAssocID="{FE2FBB2C-568C-45DD-9310-8618770BF37A}" presName="compNode" presStyleCnt="0"/>
      <dgm:spPr/>
    </dgm:pt>
    <dgm:pt modelId="{445AFFDC-7DFB-4B6F-BBC2-E3EA596D8299}" type="pres">
      <dgm:prSet presAssocID="{FE2FBB2C-568C-45DD-9310-8618770BF37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13E2DBF-85D2-4E8F-8F87-A07FEBED771D}" type="pres">
      <dgm:prSet presAssocID="{FE2FBB2C-568C-45DD-9310-8618770BF37A}" presName="spaceRect" presStyleCnt="0"/>
      <dgm:spPr/>
    </dgm:pt>
    <dgm:pt modelId="{1AEF2F77-56BC-4006-9086-0DDE29AE4C0C}" type="pres">
      <dgm:prSet presAssocID="{FE2FBB2C-568C-45DD-9310-8618770BF37A}" presName="textRect" presStyleLbl="revTx" presStyleIdx="1" presStyleCnt="4">
        <dgm:presLayoutVars>
          <dgm:chMax val="1"/>
          <dgm:chPref val="1"/>
        </dgm:presLayoutVars>
      </dgm:prSet>
      <dgm:spPr/>
    </dgm:pt>
    <dgm:pt modelId="{F8DD29BB-9B58-474A-91CF-999F58553A70}" type="pres">
      <dgm:prSet presAssocID="{158912E0-816E-42F3-97B9-14CC2F56112F}" presName="sibTrans" presStyleCnt="0"/>
      <dgm:spPr/>
    </dgm:pt>
    <dgm:pt modelId="{5A4EFC76-AF02-4721-BC5E-C5C083C98BD6}" type="pres">
      <dgm:prSet presAssocID="{73F95223-7B4B-45D1-A10E-121D97880AD9}" presName="compNode" presStyleCnt="0"/>
      <dgm:spPr/>
    </dgm:pt>
    <dgm:pt modelId="{90415BCD-F98D-440E-AE9D-7B76DC3E559B}" type="pres">
      <dgm:prSet presAssocID="{73F95223-7B4B-45D1-A10E-121D97880AD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na"/>
        </a:ext>
      </dgm:extLst>
    </dgm:pt>
    <dgm:pt modelId="{DC6C8679-56AD-41F1-968A-47F522A924D4}" type="pres">
      <dgm:prSet presAssocID="{73F95223-7B4B-45D1-A10E-121D97880AD9}" presName="spaceRect" presStyleCnt="0"/>
      <dgm:spPr/>
    </dgm:pt>
    <dgm:pt modelId="{FB72225E-BEDB-4B2C-A35A-F5A5B6DD6778}" type="pres">
      <dgm:prSet presAssocID="{73F95223-7B4B-45D1-A10E-121D97880AD9}" presName="textRect" presStyleLbl="revTx" presStyleIdx="2" presStyleCnt="4">
        <dgm:presLayoutVars>
          <dgm:chMax val="1"/>
          <dgm:chPref val="1"/>
        </dgm:presLayoutVars>
      </dgm:prSet>
      <dgm:spPr/>
    </dgm:pt>
    <dgm:pt modelId="{E84E2C32-570D-402E-B49F-62C15D7B3361}" type="pres">
      <dgm:prSet presAssocID="{96CA322F-700C-4760-B76B-7FDC6C4C3907}" presName="sibTrans" presStyleCnt="0"/>
      <dgm:spPr/>
    </dgm:pt>
    <dgm:pt modelId="{60982330-F7E2-4458-B64D-7BB0796DC169}" type="pres">
      <dgm:prSet presAssocID="{5C56DB42-461A-4E4B-87A9-1AA7BA889C8D}" presName="compNode" presStyleCnt="0"/>
      <dgm:spPr/>
    </dgm:pt>
    <dgm:pt modelId="{A01DBEF9-D4ED-48D7-8FB0-36B33FAC6C83}" type="pres">
      <dgm:prSet presAssocID="{5C56DB42-461A-4E4B-87A9-1AA7BA889C8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rona"/>
        </a:ext>
      </dgm:extLst>
    </dgm:pt>
    <dgm:pt modelId="{F086C930-AA3D-4D05-AB17-85694F813C04}" type="pres">
      <dgm:prSet presAssocID="{5C56DB42-461A-4E4B-87A9-1AA7BA889C8D}" presName="spaceRect" presStyleCnt="0"/>
      <dgm:spPr/>
    </dgm:pt>
    <dgm:pt modelId="{93006A54-AF38-4BB1-9786-4319E26050F4}" type="pres">
      <dgm:prSet presAssocID="{5C56DB42-461A-4E4B-87A9-1AA7BA889C8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E198A1D-B37F-43E0-867E-63E09EFDA889}" type="presOf" srcId="{5C56DB42-461A-4E4B-87A9-1AA7BA889C8D}" destId="{93006A54-AF38-4BB1-9786-4319E26050F4}" srcOrd="0" destOrd="0" presId="urn:microsoft.com/office/officeart/2018/2/layout/IconLabelList"/>
    <dgm:cxn modelId="{FD66913A-615F-417B-BA62-5887DBA46AEF}" type="presOf" srcId="{1924D62F-3F58-4E76-9513-AE5B260182FA}" destId="{78884B1B-4F4E-4937-991C-27EFEE395337}" srcOrd="0" destOrd="0" presId="urn:microsoft.com/office/officeart/2018/2/layout/IconLabelList"/>
    <dgm:cxn modelId="{3FD1935B-BD05-4903-870C-0AEDF38A6869}" type="presOf" srcId="{73F95223-7B4B-45D1-A10E-121D97880AD9}" destId="{FB72225E-BEDB-4B2C-A35A-F5A5B6DD6778}" srcOrd="0" destOrd="0" presId="urn:microsoft.com/office/officeart/2018/2/layout/IconLabelList"/>
    <dgm:cxn modelId="{095A6A61-8A34-4222-BD51-C551FC876134}" type="presOf" srcId="{FE2FBB2C-568C-45DD-9310-8618770BF37A}" destId="{1AEF2F77-56BC-4006-9086-0DDE29AE4C0C}" srcOrd="0" destOrd="0" presId="urn:microsoft.com/office/officeart/2018/2/layout/IconLabelList"/>
    <dgm:cxn modelId="{3E4F9C4E-5E1B-42A6-A1A3-1776134E1C78}" type="presOf" srcId="{D659EB19-6C23-41B5-BE07-6AFD3A763A91}" destId="{3F63B0DA-D5E8-44F8-A584-DFF7E8C26D4D}" srcOrd="0" destOrd="0" presId="urn:microsoft.com/office/officeart/2018/2/layout/IconLabelList"/>
    <dgm:cxn modelId="{E4C40971-FA35-464B-B319-9AC2A62FD61F}" srcId="{D659EB19-6C23-41B5-BE07-6AFD3A763A91}" destId="{1924D62F-3F58-4E76-9513-AE5B260182FA}" srcOrd="0" destOrd="0" parTransId="{562526BD-0F04-4D35-AE31-18530BF87811}" sibTransId="{C3AD863D-8620-4FD4-9140-4F6D8229B1BC}"/>
    <dgm:cxn modelId="{4996E382-864E-403F-B969-661DBEC90EF4}" srcId="{D659EB19-6C23-41B5-BE07-6AFD3A763A91}" destId="{5C56DB42-461A-4E4B-87A9-1AA7BA889C8D}" srcOrd="3" destOrd="0" parTransId="{F726F284-F093-492D-965B-55B89325BFF0}" sibTransId="{7302F682-5A87-4457-9461-F5769B9D9A3E}"/>
    <dgm:cxn modelId="{C2043D98-9017-4C62-AE31-387C05F2A7BA}" srcId="{D659EB19-6C23-41B5-BE07-6AFD3A763A91}" destId="{73F95223-7B4B-45D1-A10E-121D97880AD9}" srcOrd="2" destOrd="0" parTransId="{3EE705B3-5D4C-4D74-A7F6-001843110B08}" sibTransId="{96CA322F-700C-4760-B76B-7FDC6C4C3907}"/>
    <dgm:cxn modelId="{0FF568B0-0BD7-449C-8D1B-C27137863E5E}" srcId="{D659EB19-6C23-41B5-BE07-6AFD3A763A91}" destId="{FE2FBB2C-568C-45DD-9310-8618770BF37A}" srcOrd="1" destOrd="0" parTransId="{619B4BB3-34AC-4890-849C-27F772C78E32}" sibTransId="{158912E0-816E-42F3-97B9-14CC2F56112F}"/>
    <dgm:cxn modelId="{D1025CA3-04AB-4817-A8D2-33BA827FDCB8}" type="presParOf" srcId="{3F63B0DA-D5E8-44F8-A584-DFF7E8C26D4D}" destId="{211AEF3A-2B3B-43DE-86C0-EE30A5B4F3F3}" srcOrd="0" destOrd="0" presId="urn:microsoft.com/office/officeart/2018/2/layout/IconLabelList"/>
    <dgm:cxn modelId="{DD8173DC-9FC2-4CC4-B054-C04492460930}" type="presParOf" srcId="{211AEF3A-2B3B-43DE-86C0-EE30A5B4F3F3}" destId="{753DAAD0-D7AB-4E4E-995F-CAE6F932C32A}" srcOrd="0" destOrd="0" presId="urn:microsoft.com/office/officeart/2018/2/layout/IconLabelList"/>
    <dgm:cxn modelId="{7D883AE0-1E72-4E4C-8A85-4C7D133228A7}" type="presParOf" srcId="{211AEF3A-2B3B-43DE-86C0-EE30A5B4F3F3}" destId="{5ED1590D-E300-4426-9C86-C640F1C43D43}" srcOrd="1" destOrd="0" presId="urn:microsoft.com/office/officeart/2018/2/layout/IconLabelList"/>
    <dgm:cxn modelId="{2EF5C8DE-9282-4D54-BF5B-B0FA0BE547C7}" type="presParOf" srcId="{211AEF3A-2B3B-43DE-86C0-EE30A5B4F3F3}" destId="{78884B1B-4F4E-4937-991C-27EFEE395337}" srcOrd="2" destOrd="0" presId="urn:microsoft.com/office/officeart/2018/2/layout/IconLabelList"/>
    <dgm:cxn modelId="{FA76A7A6-0DFD-4AC2-BEBF-F0E4A4830670}" type="presParOf" srcId="{3F63B0DA-D5E8-44F8-A584-DFF7E8C26D4D}" destId="{BE9E6946-DBD5-4D02-A552-AA605EDC0668}" srcOrd="1" destOrd="0" presId="urn:microsoft.com/office/officeart/2018/2/layout/IconLabelList"/>
    <dgm:cxn modelId="{EA98CD8F-6C03-4C4D-A640-75931C890D4C}" type="presParOf" srcId="{3F63B0DA-D5E8-44F8-A584-DFF7E8C26D4D}" destId="{BC5205B0-EFD7-4C3B-A374-0F88CDDC5A47}" srcOrd="2" destOrd="0" presId="urn:microsoft.com/office/officeart/2018/2/layout/IconLabelList"/>
    <dgm:cxn modelId="{79767F1D-1E3C-42B4-B355-0786F0B86571}" type="presParOf" srcId="{BC5205B0-EFD7-4C3B-A374-0F88CDDC5A47}" destId="{445AFFDC-7DFB-4B6F-BBC2-E3EA596D8299}" srcOrd="0" destOrd="0" presId="urn:microsoft.com/office/officeart/2018/2/layout/IconLabelList"/>
    <dgm:cxn modelId="{5EEC7052-EEB9-49AC-AEF5-FA0E46E97CD6}" type="presParOf" srcId="{BC5205B0-EFD7-4C3B-A374-0F88CDDC5A47}" destId="{013E2DBF-85D2-4E8F-8F87-A07FEBED771D}" srcOrd="1" destOrd="0" presId="urn:microsoft.com/office/officeart/2018/2/layout/IconLabelList"/>
    <dgm:cxn modelId="{697A5162-1EF1-457B-8E98-A10A913907C5}" type="presParOf" srcId="{BC5205B0-EFD7-4C3B-A374-0F88CDDC5A47}" destId="{1AEF2F77-56BC-4006-9086-0DDE29AE4C0C}" srcOrd="2" destOrd="0" presId="urn:microsoft.com/office/officeart/2018/2/layout/IconLabelList"/>
    <dgm:cxn modelId="{20CAF458-E0CE-4581-9843-6217E65BBB15}" type="presParOf" srcId="{3F63B0DA-D5E8-44F8-A584-DFF7E8C26D4D}" destId="{F8DD29BB-9B58-474A-91CF-999F58553A70}" srcOrd="3" destOrd="0" presId="urn:microsoft.com/office/officeart/2018/2/layout/IconLabelList"/>
    <dgm:cxn modelId="{C66B2106-923B-4AEE-9547-F2420AEA9B36}" type="presParOf" srcId="{3F63B0DA-D5E8-44F8-A584-DFF7E8C26D4D}" destId="{5A4EFC76-AF02-4721-BC5E-C5C083C98BD6}" srcOrd="4" destOrd="0" presId="urn:microsoft.com/office/officeart/2018/2/layout/IconLabelList"/>
    <dgm:cxn modelId="{61F4B592-324A-4162-B2D9-2AF337830FD9}" type="presParOf" srcId="{5A4EFC76-AF02-4721-BC5E-C5C083C98BD6}" destId="{90415BCD-F98D-440E-AE9D-7B76DC3E559B}" srcOrd="0" destOrd="0" presId="urn:microsoft.com/office/officeart/2018/2/layout/IconLabelList"/>
    <dgm:cxn modelId="{BA051244-78EE-47D7-991F-6901605A3BB7}" type="presParOf" srcId="{5A4EFC76-AF02-4721-BC5E-C5C083C98BD6}" destId="{DC6C8679-56AD-41F1-968A-47F522A924D4}" srcOrd="1" destOrd="0" presId="urn:microsoft.com/office/officeart/2018/2/layout/IconLabelList"/>
    <dgm:cxn modelId="{FEC224BD-A450-49E9-A893-0393DF4C6335}" type="presParOf" srcId="{5A4EFC76-AF02-4721-BC5E-C5C083C98BD6}" destId="{FB72225E-BEDB-4B2C-A35A-F5A5B6DD6778}" srcOrd="2" destOrd="0" presId="urn:microsoft.com/office/officeart/2018/2/layout/IconLabelList"/>
    <dgm:cxn modelId="{82A634AF-49D5-42B5-8FA2-CD072B944A60}" type="presParOf" srcId="{3F63B0DA-D5E8-44F8-A584-DFF7E8C26D4D}" destId="{E84E2C32-570D-402E-B49F-62C15D7B3361}" srcOrd="5" destOrd="0" presId="urn:microsoft.com/office/officeart/2018/2/layout/IconLabelList"/>
    <dgm:cxn modelId="{CF27B329-3DBD-4B83-8D92-940B09ACC337}" type="presParOf" srcId="{3F63B0DA-D5E8-44F8-A584-DFF7E8C26D4D}" destId="{60982330-F7E2-4458-B64D-7BB0796DC169}" srcOrd="6" destOrd="0" presId="urn:microsoft.com/office/officeart/2018/2/layout/IconLabelList"/>
    <dgm:cxn modelId="{1B886DF8-293F-40B4-BF8F-F400A5565E02}" type="presParOf" srcId="{60982330-F7E2-4458-B64D-7BB0796DC169}" destId="{A01DBEF9-D4ED-48D7-8FB0-36B33FAC6C83}" srcOrd="0" destOrd="0" presId="urn:microsoft.com/office/officeart/2018/2/layout/IconLabelList"/>
    <dgm:cxn modelId="{677D9B72-2595-4F97-852F-AB6D0F080E79}" type="presParOf" srcId="{60982330-F7E2-4458-B64D-7BB0796DC169}" destId="{F086C930-AA3D-4D05-AB17-85694F813C04}" srcOrd="1" destOrd="0" presId="urn:microsoft.com/office/officeart/2018/2/layout/IconLabelList"/>
    <dgm:cxn modelId="{65C04834-A1E1-4528-9CF2-DE773964AFAC}" type="presParOf" srcId="{60982330-F7E2-4458-B64D-7BB0796DC169}" destId="{93006A54-AF38-4BB1-9786-4319E26050F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9AB9767-CA7B-4578-B2AE-443927CD862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B846E83-7D78-43C6-818C-B1E5FFE0BEF4}">
      <dgm:prSet/>
      <dgm:spPr/>
      <dgm:t>
        <a:bodyPr/>
        <a:lstStyle/>
        <a:p>
          <a:r>
            <a:rPr lang="en-US"/>
            <a:t>• Problemas iniciales de conexión a MySQL</a:t>
          </a:r>
        </a:p>
      </dgm:t>
    </dgm:pt>
    <dgm:pt modelId="{9E1D480E-9B0E-424F-9266-82E063E0C1C4}" type="parTrans" cxnId="{6D009131-5EBD-4912-8379-3148234D00E8}">
      <dgm:prSet/>
      <dgm:spPr/>
      <dgm:t>
        <a:bodyPr/>
        <a:lstStyle/>
        <a:p>
          <a:endParaRPr lang="en-US"/>
        </a:p>
      </dgm:t>
    </dgm:pt>
    <dgm:pt modelId="{FF08C4C3-AA66-4502-9F38-E39AE8528084}" type="sibTrans" cxnId="{6D009131-5EBD-4912-8379-3148234D00E8}">
      <dgm:prSet/>
      <dgm:spPr/>
      <dgm:t>
        <a:bodyPr/>
        <a:lstStyle/>
        <a:p>
          <a:endParaRPr lang="en-US"/>
        </a:p>
      </dgm:t>
    </dgm:pt>
    <dgm:pt modelId="{A9729D31-5803-4998-A790-89A1FA2E71BE}">
      <dgm:prSet/>
      <dgm:spPr/>
      <dgm:t>
        <a:bodyPr/>
        <a:lstStyle/>
        <a:p>
          <a:r>
            <a:rPr lang="en-US"/>
            <a:t>• Ajustes en modelo de datos</a:t>
          </a:r>
        </a:p>
      </dgm:t>
    </dgm:pt>
    <dgm:pt modelId="{B6BD169B-10EE-4FA7-AB5D-646635E407D7}" type="parTrans" cxnId="{C5EC67DD-A06E-4635-A172-A578C179680B}">
      <dgm:prSet/>
      <dgm:spPr/>
      <dgm:t>
        <a:bodyPr/>
        <a:lstStyle/>
        <a:p>
          <a:endParaRPr lang="en-US"/>
        </a:p>
      </dgm:t>
    </dgm:pt>
    <dgm:pt modelId="{8896DB37-820B-46F2-8309-F8E4499D8440}" type="sibTrans" cxnId="{C5EC67DD-A06E-4635-A172-A578C179680B}">
      <dgm:prSet/>
      <dgm:spPr/>
      <dgm:t>
        <a:bodyPr/>
        <a:lstStyle/>
        <a:p>
          <a:endParaRPr lang="en-US"/>
        </a:p>
      </dgm:t>
    </dgm:pt>
    <dgm:pt modelId="{9B1B9B1A-15A8-4BB0-BD6E-A1C1BDAEDAEA}">
      <dgm:prSet/>
      <dgm:spPr/>
      <dgm:t>
        <a:bodyPr/>
        <a:lstStyle/>
        <a:p>
          <a:r>
            <a:rPr lang="en-US"/>
            <a:t>• Optimización de consultas</a:t>
          </a:r>
        </a:p>
      </dgm:t>
    </dgm:pt>
    <dgm:pt modelId="{E9572733-725B-4997-856F-C327D1F0B251}" type="parTrans" cxnId="{13DD964C-5E99-404E-AB27-ABC66171D1A3}">
      <dgm:prSet/>
      <dgm:spPr/>
      <dgm:t>
        <a:bodyPr/>
        <a:lstStyle/>
        <a:p>
          <a:endParaRPr lang="en-US"/>
        </a:p>
      </dgm:t>
    </dgm:pt>
    <dgm:pt modelId="{7FD779B3-E742-4997-A323-4E3611DEDA22}" type="sibTrans" cxnId="{13DD964C-5E99-404E-AB27-ABC66171D1A3}">
      <dgm:prSet/>
      <dgm:spPr/>
      <dgm:t>
        <a:bodyPr/>
        <a:lstStyle/>
        <a:p>
          <a:endParaRPr lang="en-US"/>
        </a:p>
      </dgm:t>
    </dgm:pt>
    <dgm:pt modelId="{2783E87E-68FD-4070-8A1D-F6F87BCEFBA1}">
      <dgm:prSet/>
      <dgm:spPr/>
      <dgm:t>
        <a:bodyPr/>
        <a:lstStyle/>
        <a:p>
          <a:r>
            <a:rPr lang="en-US"/>
            <a:t>Obstáculos resueltos durante el proyecto.</a:t>
          </a:r>
        </a:p>
      </dgm:t>
    </dgm:pt>
    <dgm:pt modelId="{A2C70FD7-BB63-40E8-8028-E6EC79F75CB4}" type="parTrans" cxnId="{871A7475-A32B-4CC0-BA95-737D4157DCB3}">
      <dgm:prSet/>
      <dgm:spPr/>
      <dgm:t>
        <a:bodyPr/>
        <a:lstStyle/>
        <a:p>
          <a:endParaRPr lang="en-US"/>
        </a:p>
      </dgm:t>
    </dgm:pt>
    <dgm:pt modelId="{711C1109-D0C4-4519-BD7C-1EB38DD840A0}" type="sibTrans" cxnId="{871A7475-A32B-4CC0-BA95-737D4157DCB3}">
      <dgm:prSet/>
      <dgm:spPr/>
      <dgm:t>
        <a:bodyPr/>
        <a:lstStyle/>
        <a:p>
          <a:endParaRPr lang="en-US"/>
        </a:p>
      </dgm:t>
    </dgm:pt>
    <dgm:pt modelId="{396D79E1-1793-49EF-AB5C-B9DFB1D7D4DC}" type="pres">
      <dgm:prSet presAssocID="{69AB9767-CA7B-4578-B2AE-443927CD8623}" presName="root" presStyleCnt="0">
        <dgm:presLayoutVars>
          <dgm:dir/>
          <dgm:resizeHandles val="exact"/>
        </dgm:presLayoutVars>
      </dgm:prSet>
      <dgm:spPr/>
    </dgm:pt>
    <dgm:pt modelId="{FF7725C3-C188-4163-9AF0-414547FD282B}" type="pres">
      <dgm:prSet presAssocID="{5B846E83-7D78-43C6-818C-B1E5FFE0BEF4}" presName="compNode" presStyleCnt="0"/>
      <dgm:spPr/>
    </dgm:pt>
    <dgm:pt modelId="{B60CBFE8-C64B-4C59-A5AE-96D1BF9D52DC}" type="pres">
      <dgm:prSet presAssocID="{5B846E83-7D78-43C6-818C-B1E5FFE0BEF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C51B2837-21BF-4509-BCC6-83D782E5B9D9}" type="pres">
      <dgm:prSet presAssocID="{5B846E83-7D78-43C6-818C-B1E5FFE0BEF4}" presName="spaceRect" presStyleCnt="0"/>
      <dgm:spPr/>
    </dgm:pt>
    <dgm:pt modelId="{D815268C-93B9-4436-8118-EA5AE800DCC1}" type="pres">
      <dgm:prSet presAssocID="{5B846E83-7D78-43C6-818C-B1E5FFE0BEF4}" presName="textRect" presStyleLbl="revTx" presStyleIdx="0" presStyleCnt="4">
        <dgm:presLayoutVars>
          <dgm:chMax val="1"/>
          <dgm:chPref val="1"/>
        </dgm:presLayoutVars>
      </dgm:prSet>
      <dgm:spPr/>
    </dgm:pt>
    <dgm:pt modelId="{6148980A-5BA7-4FB4-A8ED-7697FB685CCF}" type="pres">
      <dgm:prSet presAssocID="{FF08C4C3-AA66-4502-9F38-E39AE8528084}" presName="sibTrans" presStyleCnt="0"/>
      <dgm:spPr/>
    </dgm:pt>
    <dgm:pt modelId="{77294100-0BAF-4A99-83EA-4F8AD3B64142}" type="pres">
      <dgm:prSet presAssocID="{A9729D31-5803-4998-A790-89A1FA2E71BE}" presName="compNode" presStyleCnt="0"/>
      <dgm:spPr/>
    </dgm:pt>
    <dgm:pt modelId="{46BEA90D-D02E-408B-8AA8-C7D4EB940DA0}" type="pres">
      <dgm:prSet presAssocID="{A9729D31-5803-4998-A790-89A1FA2E71B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3EAC4C19-42D0-4A8A-8CCC-A8AFA527CB3F}" type="pres">
      <dgm:prSet presAssocID="{A9729D31-5803-4998-A790-89A1FA2E71BE}" presName="spaceRect" presStyleCnt="0"/>
      <dgm:spPr/>
    </dgm:pt>
    <dgm:pt modelId="{8F8C6D21-722D-4FC6-BCAB-5C40C8A7886F}" type="pres">
      <dgm:prSet presAssocID="{A9729D31-5803-4998-A790-89A1FA2E71BE}" presName="textRect" presStyleLbl="revTx" presStyleIdx="1" presStyleCnt="4">
        <dgm:presLayoutVars>
          <dgm:chMax val="1"/>
          <dgm:chPref val="1"/>
        </dgm:presLayoutVars>
      </dgm:prSet>
      <dgm:spPr/>
    </dgm:pt>
    <dgm:pt modelId="{FECFD2CD-34F3-4375-9E48-2816A7B6E578}" type="pres">
      <dgm:prSet presAssocID="{8896DB37-820B-46F2-8309-F8E4499D8440}" presName="sibTrans" presStyleCnt="0"/>
      <dgm:spPr/>
    </dgm:pt>
    <dgm:pt modelId="{0F99C1D0-9FF3-4502-AF2E-CB79B602A45B}" type="pres">
      <dgm:prSet presAssocID="{9B1B9B1A-15A8-4BB0-BD6E-A1C1BDAEDAEA}" presName="compNode" presStyleCnt="0"/>
      <dgm:spPr/>
    </dgm:pt>
    <dgm:pt modelId="{B20E46AE-B16E-40D4-8913-FAB4CD1899A0}" type="pres">
      <dgm:prSet presAssocID="{9B1B9B1A-15A8-4BB0-BD6E-A1C1BDAEDAE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F8D21CB4-0046-44CB-8845-1784BCFA460C}" type="pres">
      <dgm:prSet presAssocID="{9B1B9B1A-15A8-4BB0-BD6E-A1C1BDAEDAEA}" presName="spaceRect" presStyleCnt="0"/>
      <dgm:spPr/>
    </dgm:pt>
    <dgm:pt modelId="{0A862A39-60D5-4B08-A8D5-BA1D002068EE}" type="pres">
      <dgm:prSet presAssocID="{9B1B9B1A-15A8-4BB0-BD6E-A1C1BDAEDAEA}" presName="textRect" presStyleLbl="revTx" presStyleIdx="2" presStyleCnt="4">
        <dgm:presLayoutVars>
          <dgm:chMax val="1"/>
          <dgm:chPref val="1"/>
        </dgm:presLayoutVars>
      </dgm:prSet>
      <dgm:spPr/>
    </dgm:pt>
    <dgm:pt modelId="{D77CE63E-4F70-4A88-B8EC-561A1FC6408D}" type="pres">
      <dgm:prSet presAssocID="{7FD779B3-E742-4997-A323-4E3611DEDA22}" presName="sibTrans" presStyleCnt="0"/>
      <dgm:spPr/>
    </dgm:pt>
    <dgm:pt modelId="{64A9CECB-02D2-4731-97C6-EDA1833C0C78}" type="pres">
      <dgm:prSet presAssocID="{2783E87E-68FD-4070-8A1D-F6F87BCEFBA1}" presName="compNode" presStyleCnt="0"/>
      <dgm:spPr/>
    </dgm:pt>
    <dgm:pt modelId="{F1FA3700-BBEF-4EED-BC1A-33E92C2235F1}" type="pres">
      <dgm:prSet presAssocID="{2783E87E-68FD-4070-8A1D-F6F87BCEFBA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baladizo"/>
        </a:ext>
      </dgm:extLst>
    </dgm:pt>
    <dgm:pt modelId="{0AAE3F25-4773-4E2A-AFEC-541CF86FC474}" type="pres">
      <dgm:prSet presAssocID="{2783E87E-68FD-4070-8A1D-F6F87BCEFBA1}" presName="spaceRect" presStyleCnt="0"/>
      <dgm:spPr/>
    </dgm:pt>
    <dgm:pt modelId="{4EE2E9A0-D25F-4D31-A41F-BC15B98F744E}" type="pres">
      <dgm:prSet presAssocID="{2783E87E-68FD-4070-8A1D-F6F87BCEFBA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D009131-5EBD-4912-8379-3148234D00E8}" srcId="{69AB9767-CA7B-4578-B2AE-443927CD8623}" destId="{5B846E83-7D78-43C6-818C-B1E5FFE0BEF4}" srcOrd="0" destOrd="0" parTransId="{9E1D480E-9B0E-424F-9266-82E063E0C1C4}" sibTransId="{FF08C4C3-AA66-4502-9F38-E39AE8528084}"/>
    <dgm:cxn modelId="{13DD964C-5E99-404E-AB27-ABC66171D1A3}" srcId="{69AB9767-CA7B-4578-B2AE-443927CD8623}" destId="{9B1B9B1A-15A8-4BB0-BD6E-A1C1BDAEDAEA}" srcOrd="2" destOrd="0" parTransId="{E9572733-725B-4997-856F-C327D1F0B251}" sibTransId="{7FD779B3-E742-4997-A323-4E3611DEDA22}"/>
    <dgm:cxn modelId="{03FDE871-A5D7-4BE7-B1DF-C8C4F6B4A983}" type="presOf" srcId="{69AB9767-CA7B-4578-B2AE-443927CD8623}" destId="{396D79E1-1793-49EF-AB5C-B9DFB1D7D4DC}" srcOrd="0" destOrd="0" presId="urn:microsoft.com/office/officeart/2018/2/layout/IconLabelList"/>
    <dgm:cxn modelId="{871A7475-A32B-4CC0-BA95-737D4157DCB3}" srcId="{69AB9767-CA7B-4578-B2AE-443927CD8623}" destId="{2783E87E-68FD-4070-8A1D-F6F87BCEFBA1}" srcOrd="3" destOrd="0" parTransId="{A2C70FD7-BB63-40E8-8028-E6EC79F75CB4}" sibTransId="{711C1109-D0C4-4519-BD7C-1EB38DD840A0}"/>
    <dgm:cxn modelId="{F07BA077-AD3D-4697-A2EE-1293F9711BD0}" type="presOf" srcId="{2783E87E-68FD-4070-8A1D-F6F87BCEFBA1}" destId="{4EE2E9A0-D25F-4D31-A41F-BC15B98F744E}" srcOrd="0" destOrd="0" presId="urn:microsoft.com/office/officeart/2018/2/layout/IconLabelList"/>
    <dgm:cxn modelId="{1A888094-694D-4792-AE3E-CAC52288D641}" type="presOf" srcId="{5B846E83-7D78-43C6-818C-B1E5FFE0BEF4}" destId="{D815268C-93B9-4436-8118-EA5AE800DCC1}" srcOrd="0" destOrd="0" presId="urn:microsoft.com/office/officeart/2018/2/layout/IconLabelList"/>
    <dgm:cxn modelId="{432E65A4-10A7-486B-8DDE-853AFE7265E0}" type="presOf" srcId="{9B1B9B1A-15A8-4BB0-BD6E-A1C1BDAEDAEA}" destId="{0A862A39-60D5-4B08-A8D5-BA1D002068EE}" srcOrd="0" destOrd="0" presId="urn:microsoft.com/office/officeart/2018/2/layout/IconLabelList"/>
    <dgm:cxn modelId="{326F68A8-6EF2-4325-9B5C-DC522A1205D5}" type="presOf" srcId="{A9729D31-5803-4998-A790-89A1FA2E71BE}" destId="{8F8C6D21-722D-4FC6-BCAB-5C40C8A7886F}" srcOrd="0" destOrd="0" presId="urn:microsoft.com/office/officeart/2018/2/layout/IconLabelList"/>
    <dgm:cxn modelId="{C5EC67DD-A06E-4635-A172-A578C179680B}" srcId="{69AB9767-CA7B-4578-B2AE-443927CD8623}" destId="{A9729D31-5803-4998-A790-89A1FA2E71BE}" srcOrd="1" destOrd="0" parTransId="{B6BD169B-10EE-4FA7-AB5D-646635E407D7}" sibTransId="{8896DB37-820B-46F2-8309-F8E4499D8440}"/>
    <dgm:cxn modelId="{6C6A85A2-C400-4742-AD45-33272EE542B7}" type="presParOf" srcId="{396D79E1-1793-49EF-AB5C-B9DFB1D7D4DC}" destId="{FF7725C3-C188-4163-9AF0-414547FD282B}" srcOrd="0" destOrd="0" presId="urn:microsoft.com/office/officeart/2018/2/layout/IconLabelList"/>
    <dgm:cxn modelId="{C6549E25-28CF-4CA8-801F-0295783AD212}" type="presParOf" srcId="{FF7725C3-C188-4163-9AF0-414547FD282B}" destId="{B60CBFE8-C64B-4C59-A5AE-96D1BF9D52DC}" srcOrd="0" destOrd="0" presId="urn:microsoft.com/office/officeart/2018/2/layout/IconLabelList"/>
    <dgm:cxn modelId="{DE2347CC-A62C-4833-AE84-A7CC3BFB9394}" type="presParOf" srcId="{FF7725C3-C188-4163-9AF0-414547FD282B}" destId="{C51B2837-21BF-4509-BCC6-83D782E5B9D9}" srcOrd="1" destOrd="0" presId="urn:microsoft.com/office/officeart/2018/2/layout/IconLabelList"/>
    <dgm:cxn modelId="{00F77B7E-B4F8-4173-A4A8-662FB6B95363}" type="presParOf" srcId="{FF7725C3-C188-4163-9AF0-414547FD282B}" destId="{D815268C-93B9-4436-8118-EA5AE800DCC1}" srcOrd="2" destOrd="0" presId="urn:microsoft.com/office/officeart/2018/2/layout/IconLabelList"/>
    <dgm:cxn modelId="{3148F680-F754-4759-AA9B-A773DE223B57}" type="presParOf" srcId="{396D79E1-1793-49EF-AB5C-B9DFB1D7D4DC}" destId="{6148980A-5BA7-4FB4-A8ED-7697FB685CCF}" srcOrd="1" destOrd="0" presId="urn:microsoft.com/office/officeart/2018/2/layout/IconLabelList"/>
    <dgm:cxn modelId="{409CFF0C-D0D1-4240-BACE-9083BEA490E1}" type="presParOf" srcId="{396D79E1-1793-49EF-AB5C-B9DFB1D7D4DC}" destId="{77294100-0BAF-4A99-83EA-4F8AD3B64142}" srcOrd="2" destOrd="0" presId="urn:microsoft.com/office/officeart/2018/2/layout/IconLabelList"/>
    <dgm:cxn modelId="{488FC379-DE6E-400C-8D6B-A23AB4FAE39E}" type="presParOf" srcId="{77294100-0BAF-4A99-83EA-4F8AD3B64142}" destId="{46BEA90D-D02E-408B-8AA8-C7D4EB940DA0}" srcOrd="0" destOrd="0" presId="urn:microsoft.com/office/officeart/2018/2/layout/IconLabelList"/>
    <dgm:cxn modelId="{D445F828-2A3C-48FE-864E-70C13811F2EC}" type="presParOf" srcId="{77294100-0BAF-4A99-83EA-4F8AD3B64142}" destId="{3EAC4C19-42D0-4A8A-8CCC-A8AFA527CB3F}" srcOrd="1" destOrd="0" presId="urn:microsoft.com/office/officeart/2018/2/layout/IconLabelList"/>
    <dgm:cxn modelId="{918EA822-C150-4F70-A3F2-3A9812ACD602}" type="presParOf" srcId="{77294100-0BAF-4A99-83EA-4F8AD3B64142}" destId="{8F8C6D21-722D-4FC6-BCAB-5C40C8A7886F}" srcOrd="2" destOrd="0" presId="urn:microsoft.com/office/officeart/2018/2/layout/IconLabelList"/>
    <dgm:cxn modelId="{CFC72475-3D4D-492E-A4E3-50C693E1F88D}" type="presParOf" srcId="{396D79E1-1793-49EF-AB5C-B9DFB1D7D4DC}" destId="{FECFD2CD-34F3-4375-9E48-2816A7B6E578}" srcOrd="3" destOrd="0" presId="urn:microsoft.com/office/officeart/2018/2/layout/IconLabelList"/>
    <dgm:cxn modelId="{54795B0E-B0CF-4B8B-93EF-6E592FD058B9}" type="presParOf" srcId="{396D79E1-1793-49EF-AB5C-B9DFB1D7D4DC}" destId="{0F99C1D0-9FF3-4502-AF2E-CB79B602A45B}" srcOrd="4" destOrd="0" presId="urn:microsoft.com/office/officeart/2018/2/layout/IconLabelList"/>
    <dgm:cxn modelId="{2D901D17-2773-4CF5-A212-BBD26DC52DB5}" type="presParOf" srcId="{0F99C1D0-9FF3-4502-AF2E-CB79B602A45B}" destId="{B20E46AE-B16E-40D4-8913-FAB4CD1899A0}" srcOrd="0" destOrd="0" presId="urn:microsoft.com/office/officeart/2018/2/layout/IconLabelList"/>
    <dgm:cxn modelId="{DDCA99B6-605A-4A92-B5FD-DDC3547640AF}" type="presParOf" srcId="{0F99C1D0-9FF3-4502-AF2E-CB79B602A45B}" destId="{F8D21CB4-0046-44CB-8845-1784BCFA460C}" srcOrd="1" destOrd="0" presId="urn:microsoft.com/office/officeart/2018/2/layout/IconLabelList"/>
    <dgm:cxn modelId="{AA3D02BD-F3AF-4A33-8FEB-CA630BC55C90}" type="presParOf" srcId="{0F99C1D0-9FF3-4502-AF2E-CB79B602A45B}" destId="{0A862A39-60D5-4B08-A8D5-BA1D002068EE}" srcOrd="2" destOrd="0" presId="urn:microsoft.com/office/officeart/2018/2/layout/IconLabelList"/>
    <dgm:cxn modelId="{57EF4F4C-36B5-4D96-8D5D-C08D1C675AD7}" type="presParOf" srcId="{396D79E1-1793-49EF-AB5C-B9DFB1D7D4DC}" destId="{D77CE63E-4F70-4A88-B8EC-561A1FC6408D}" srcOrd="5" destOrd="0" presId="urn:microsoft.com/office/officeart/2018/2/layout/IconLabelList"/>
    <dgm:cxn modelId="{92E89B8C-113D-4E10-B1BF-B452425CB5E2}" type="presParOf" srcId="{396D79E1-1793-49EF-AB5C-B9DFB1D7D4DC}" destId="{64A9CECB-02D2-4731-97C6-EDA1833C0C78}" srcOrd="6" destOrd="0" presId="urn:microsoft.com/office/officeart/2018/2/layout/IconLabelList"/>
    <dgm:cxn modelId="{BDF6E7DE-EE19-468E-B052-1CA8DD133F5B}" type="presParOf" srcId="{64A9CECB-02D2-4731-97C6-EDA1833C0C78}" destId="{F1FA3700-BBEF-4EED-BC1A-33E92C2235F1}" srcOrd="0" destOrd="0" presId="urn:microsoft.com/office/officeart/2018/2/layout/IconLabelList"/>
    <dgm:cxn modelId="{5EEFC73E-C41B-42C8-89E8-395A8FE8E637}" type="presParOf" srcId="{64A9CECB-02D2-4731-97C6-EDA1833C0C78}" destId="{0AAE3F25-4773-4E2A-AFEC-541CF86FC474}" srcOrd="1" destOrd="0" presId="urn:microsoft.com/office/officeart/2018/2/layout/IconLabelList"/>
    <dgm:cxn modelId="{1BA6FDBD-12F9-4097-BE23-3538E4B25DF0}" type="presParOf" srcId="{64A9CECB-02D2-4731-97C6-EDA1833C0C78}" destId="{4EE2E9A0-D25F-4D31-A41F-BC15B98F744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13F39EC-3C0D-4CD2-BFB8-B15416726B1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0C0BA0A-CBB8-4A7E-8D3A-FF5FBCE8FC6B}">
      <dgm:prSet/>
      <dgm:spPr/>
      <dgm:t>
        <a:bodyPr/>
        <a:lstStyle/>
        <a:p>
          <a:r>
            <a:rPr lang="en-US"/>
            <a:t>Gracias por su atención.</a:t>
          </a:r>
        </a:p>
      </dgm:t>
    </dgm:pt>
    <dgm:pt modelId="{6413203E-F867-4B84-9650-CEA4362D0957}" type="parTrans" cxnId="{78FE1B1B-A003-45F6-8621-F602DF41C5F3}">
      <dgm:prSet/>
      <dgm:spPr/>
      <dgm:t>
        <a:bodyPr/>
        <a:lstStyle/>
        <a:p>
          <a:endParaRPr lang="en-US"/>
        </a:p>
      </dgm:t>
    </dgm:pt>
    <dgm:pt modelId="{849C82DD-3B40-4626-9A33-290808423019}" type="sibTrans" cxnId="{78FE1B1B-A003-45F6-8621-F602DF41C5F3}">
      <dgm:prSet/>
      <dgm:spPr/>
      <dgm:t>
        <a:bodyPr/>
        <a:lstStyle/>
        <a:p>
          <a:endParaRPr lang="en-US"/>
        </a:p>
      </dgm:t>
    </dgm:pt>
    <dgm:pt modelId="{EE6489AE-6C97-4E52-9661-C76223FF4B42}">
      <dgm:prSet/>
      <dgm:spPr/>
      <dgm:t>
        <a:bodyPr/>
        <a:lstStyle/>
        <a:p>
          <a:r>
            <a:rPr lang="en-US"/>
            <a:t>¿Preguntas?</a:t>
          </a:r>
        </a:p>
      </dgm:t>
    </dgm:pt>
    <dgm:pt modelId="{54483531-6C56-4B8C-ADC2-BF4B26DE1DFA}" type="parTrans" cxnId="{5E14A533-E3B4-4DCE-81F6-6E8BE48BED9E}">
      <dgm:prSet/>
      <dgm:spPr/>
      <dgm:t>
        <a:bodyPr/>
        <a:lstStyle/>
        <a:p>
          <a:endParaRPr lang="en-US"/>
        </a:p>
      </dgm:t>
    </dgm:pt>
    <dgm:pt modelId="{F5164068-164F-4B54-B354-A150823017D7}" type="sibTrans" cxnId="{5E14A533-E3B4-4DCE-81F6-6E8BE48BED9E}">
      <dgm:prSet/>
      <dgm:spPr/>
      <dgm:t>
        <a:bodyPr/>
        <a:lstStyle/>
        <a:p>
          <a:endParaRPr lang="en-US"/>
        </a:p>
      </dgm:t>
    </dgm:pt>
    <dgm:pt modelId="{7DE7F9A9-6484-4D4D-AA1C-1EB8C3ACD87D}" type="pres">
      <dgm:prSet presAssocID="{113F39EC-3C0D-4CD2-BFB8-B15416726B17}" presName="root" presStyleCnt="0">
        <dgm:presLayoutVars>
          <dgm:dir/>
          <dgm:resizeHandles val="exact"/>
        </dgm:presLayoutVars>
      </dgm:prSet>
      <dgm:spPr/>
    </dgm:pt>
    <dgm:pt modelId="{77833371-EA82-4BD4-8856-C92EC9A92D36}" type="pres">
      <dgm:prSet presAssocID="{D0C0BA0A-CBB8-4A7E-8D3A-FF5FBCE8FC6B}" presName="compNode" presStyleCnt="0"/>
      <dgm:spPr/>
    </dgm:pt>
    <dgm:pt modelId="{50DE6883-E22B-4864-A8FE-8AB72C3A0C85}" type="pres">
      <dgm:prSet presAssocID="{D0C0BA0A-CBB8-4A7E-8D3A-FF5FBCE8FC6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689E2B54-76B0-4E2A-A960-A3F663C2D1EA}" type="pres">
      <dgm:prSet presAssocID="{D0C0BA0A-CBB8-4A7E-8D3A-FF5FBCE8FC6B}" presName="spaceRect" presStyleCnt="0"/>
      <dgm:spPr/>
    </dgm:pt>
    <dgm:pt modelId="{A28285B3-52F1-4F7B-9402-EB8F86E7D68F}" type="pres">
      <dgm:prSet presAssocID="{D0C0BA0A-CBB8-4A7E-8D3A-FF5FBCE8FC6B}" presName="textRect" presStyleLbl="revTx" presStyleIdx="0" presStyleCnt="2">
        <dgm:presLayoutVars>
          <dgm:chMax val="1"/>
          <dgm:chPref val="1"/>
        </dgm:presLayoutVars>
      </dgm:prSet>
      <dgm:spPr/>
    </dgm:pt>
    <dgm:pt modelId="{EA3AEBB6-7E76-4C55-9773-2C17D4A00B87}" type="pres">
      <dgm:prSet presAssocID="{849C82DD-3B40-4626-9A33-290808423019}" presName="sibTrans" presStyleCnt="0"/>
      <dgm:spPr/>
    </dgm:pt>
    <dgm:pt modelId="{FC773B9B-21B6-4AEA-9787-8B2E08766D24}" type="pres">
      <dgm:prSet presAssocID="{EE6489AE-6C97-4E52-9661-C76223FF4B42}" presName="compNode" presStyleCnt="0"/>
      <dgm:spPr/>
    </dgm:pt>
    <dgm:pt modelId="{38703BAE-0063-4A35-B3BF-6F566984F702}" type="pres">
      <dgm:prSet presAssocID="{EE6489AE-6C97-4E52-9661-C76223FF4B4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4CE210F0-B0C0-4D1F-BBF7-8854C784F932}" type="pres">
      <dgm:prSet presAssocID="{EE6489AE-6C97-4E52-9661-C76223FF4B42}" presName="spaceRect" presStyleCnt="0"/>
      <dgm:spPr/>
    </dgm:pt>
    <dgm:pt modelId="{008AA2CF-0741-4CEA-B4B7-1350BE89C2C8}" type="pres">
      <dgm:prSet presAssocID="{EE6489AE-6C97-4E52-9661-C76223FF4B4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8FE1B1B-A003-45F6-8621-F602DF41C5F3}" srcId="{113F39EC-3C0D-4CD2-BFB8-B15416726B17}" destId="{D0C0BA0A-CBB8-4A7E-8D3A-FF5FBCE8FC6B}" srcOrd="0" destOrd="0" parTransId="{6413203E-F867-4B84-9650-CEA4362D0957}" sibTransId="{849C82DD-3B40-4626-9A33-290808423019}"/>
    <dgm:cxn modelId="{5E14A533-E3B4-4DCE-81F6-6E8BE48BED9E}" srcId="{113F39EC-3C0D-4CD2-BFB8-B15416726B17}" destId="{EE6489AE-6C97-4E52-9661-C76223FF4B42}" srcOrd="1" destOrd="0" parTransId="{54483531-6C56-4B8C-ADC2-BF4B26DE1DFA}" sibTransId="{F5164068-164F-4B54-B354-A150823017D7}"/>
    <dgm:cxn modelId="{BF50AA75-183A-49DD-939D-958B185AA8FE}" type="presOf" srcId="{EE6489AE-6C97-4E52-9661-C76223FF4B42}" destId="{008AA2CF-0741-4CEA-B4B7-1350BE89C2C8}" srcOrd="0" destOrd="0" presId="urn:microsoft.com/office/officeart/2018/2/layout/IconLabelList"/>
    <dgm:cxn modelId="{A07E0098-495D-459D-BFDC-5BD754D946FE}" type="presOf" srcId="{113F39EC-3C0D-4CD2-BFB8-B15416726B17}" destId="{7DE7F9A9-6484-4D4D-AA1C-1EB8C3ACD87D}" srcOrd="0" destOrd="0" presId="urn:microsoft.com/office/officeart/2018/2/layout/IconLabelList"/>
    <dgm:cxn modelId="{8B17DAD8-5683-47A7-88E5-581C9E7EBDC8}" type="presOf" srcId="{D0C0BA0A-CBB8-4A7E-8D3A-FF5FBCE8FC6B}" destId="{A28285B3-52F1-4F7B-9402-EB8F86E7D68F}" srcOrd="0" destOrd="0" presId="urn:microsoft.com/office/officeart/2018/2/layout/IconLabelList"/>
    <dgm:cxn modelId="{3CFC2381-407B-4904-86CF-F87889733A63}" type="presParOf" srcId="{7DE7F9A9-6484-4D4D-AA1C-1EB8C3ACD87D}" destId="{77833371-EA82-4BD4-8856-C92EC9A92D36}" srcOrd="0" destOrd="0" presId="urn:microsoft.com/office/officeart/2018/2/layout/IconLabelList"/>
    <dgm:cxn modelId="{3F3C3952-01F3-4AA2-A64E-780FF2CC5F22}" type="presParOf" srcId="{77833371-EA82-4BD4-8856-C92EC9A92D36}" destId="{50DE6883-E22B-4864-A8FE-8AB72C3A0C85}" srcOrd="0" destOrd="0" presId="urn:microsoft.com/office/officeart/2018/2/layout/IconLabelList"/>
    <dgm:cxn modelId="{201E4424-6E26-475B-A12F-08D52493990E}" type="presParOf" srcId="{77833371-EA82-4BD4-8856-C92EC9A92D36}" destId="{689E2B54-76B0-4E2A-A960-A3F663C2D1EA}" srcOrd="1" destOrd="0" presId="urn:microsoft.com/office/officeart/2018/2/layout/IconLabelList"/>
    <dgm:cxn modelId="{3376239A-ED35-4848-B96C-BFBE5F26CC64}" type="presParOf" srcId="{77833371-EA82-4BD4-8856-C92EC9A92D36}" destId="{A28285B3-52F1-4F7B-9402-EB8F86E7D68F}" srcOrd="2" destOrd="0" presId="urn:microsoft.com/office/officeart/2018/2/layout/IconLabelList"/>
    <dgm:cxn modelId="{962EB85D-66D5-4220-8643-9D4CA7A0446F}" type="presParOf" srcId="{7DE7F9A9-6484-4D4D-AA1C-1EB8C3ACD87D}" destId="{EA3AEBB6-7E76-4C55-9773-2C17D4A00B87}" srcOrd="1" destOrd="0" presId="urn:microsoft.com/office/officeart/2018/2/layout/IconLabelList"/>
    <dgm:cxn modelId="{A5C91318-D6CD-48D1-859B-5AE49F628EFA}" type="presParOf" srcId="{7DE7F9A9-6484-4D4D-AA1C-1EB8C3ACD87D}" destId="{FC773B9B-21B6-4AEA-9787-8B2E08766D24}" srcOrd="2" destOrd="0" presId="urn:microsoft.com/office/officeart/2018/2/layout/IconLabelList"/>
    <dgm:cxn modelId="{FE820C77-CC35-40E2-ABE2-3AB8131FD616}" type="presParOf" srcId="{FC773B9B-21B6-4AEA-9787-8B2E08766D24}" destId="{38703BAE-0063-4A35-B3BF-6F566984F702}" srcOrd="0" destOrd="0" presId="urn:microsoft.com/office/officeart/2018/2/layout/IconLabelList"/>
    <dgm:cxn modelId="{49F8795F-73D1-4B7D-BD02-9656550DBF9B}" type="presParOf" srcId="{FC773B9B-21B6-4AEA-9787-8B2E08766D24}" destId="{4CE210F0-B0C0-4D1F-BBF7-8854C784F932}" srcOrd="1" destOrd="0" presId="urn:microsoft.com/office/officeart/2018/2/layout/IconLabelList"/>
    <dgm:cxn modelId="{91257C24-8153-4C07-8699-22B78FDD32E2}" type="presParOf" srcId="{FC773B9B-21B6-4AEA-9787-8B2E08766D24}" destId="{008AA2CF-0741-4CEA-B4B7-1350BE89C2C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B34AD7-7C66-4589-B2ED-E7C000F3EDFB}">
      <dsp:nvSpPr>
        <dsp:cNvPr id="0" name=""/>
        <dsp:cNvSpPr/>
      </dsp:nvSpPr>
      <dsp:spPr>
        <a:xfrm>
          <a:off x="520435" y="1156579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69DA81-4723-4489-B27D-E3156E7A001B}">
      <dsp:nvSpPr>
        <dsp:cNvPr id="0" name=""/>
        <dsp:cNvSpPr/>
      </dsp:nvSpPr>
      <dsp:spPr>
        <a:xfrm>
          <a:off x="25435" y="2248725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Problema o dolor:</a:t>
          </a:r>
        </a:p>
      </dsp:txBody>
      <dsp:txXfrm>
        <a:off x="25435" y="2248725"/>
        <a:ext cx="1800000" cy="787500"/>
      </dsp:txXfrm>
    </dsp:sp>
    <dsp:sp modelId="{2EB1942D-1F18-4589-A024-75608233B142}">
      <dsp:nvSpPr>
        <dsp:cNvPr id="0" name=""/>
        <dsp:cNvSpPr/>
      </dsp:nvSpPr>
      <dsp:spPr>
        <a:xfrm>
          <a:off x="2635435" y="1156579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6AFF14-E8B8-4B06-BB43-4D4F984C3742}">
      <dsp:nvSpPr>
        <dsp:cNvPr id="0" name=""/>
        <dsp:cNvSpPr/>
      </dsp:nvSpPr>
      <dsp:spPr>
        <a:xfrm>
          <a:off x="2140435" y="2248725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Los minimarkets realizan procesos manuales de ventas y control de stock, generando errores y dificultades en la gestión.</a:t>
          </a:r>
        </a:p>
      </dsp:txBody>
      <dsp:txXfrm>
        <a:off x="2140435" y="2248725"/>
        <a:ext cx="1800000" cy="787500"/>
      </dsp:txXfrm>
    </dsp:sp>
    <dsp:sp modelId="{8337A181-89F4-48F2-9CDF-402EAF75444C}">
      <dsp:nvSpPr>
        <dsp:cNvPr id="0" name=""/>
        <dsp:cNvSpPr/>
      </dsp:nvSpPr>
      <dsp:spPr>
        <a:xfrm>
          <a:off x="4750435" y="1156579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5B1048-BB99-46AC-BDB3-387F9A18FEF9}">
      <dsp:nvSpPr>
        <dsp:cNvPr id="0" name=""/>
        <dsp:cNvSpPr/>
      </dsp:nvSpPr>
      <dsp:spPr>
        <a:xfrm>
          <a:off x="4255435" y="2248725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Propuesta de solución:</a:t>
          </a:r>
        </a:p>
      </dsp:txBody>
      <dsp:txXfrm>
        <a:off x="4255435" y="2248725"/>
        <a:ext cx="1800000" cy="787500"/>
      </dsp:txXfrm>
    </dsp:sp>
    <dsp:sp modelId="{6F12379F-9D89-4642-BD68-C66180DFB7AA}">
      <dsp:nvSpPr>
        <dsp:cNvPr id="0" name=""/>
        <dsp:cNvSpPr/>
      </dsp:nvSpPr>
      <dsp:spPr>
        <a:xfrm>
          <a:off x="6865435" y="1156579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AC4E54-B15B-45D6-8463-061614293A1B}">
      <dsp:nvSpPr>
        <dsp:cNvPr id="0" name=""/>
        <dsp:cNvSpPr/>
      </dsp:nvSpPr>
      <dsp:spPr>
        <a:xfrm>
          <a:off x="6370435" y="2248725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Desarrollo de un sistema de escritorio que permita gestionar ventas, productos, stock y reportes.</a:t>
          </a:r>
        </a:p>
      </dsp:txBody>
      <dsp:txXfrm>
        <a:off x="6370435" y="2248725"/>
        <a:ext cx="1800000" cy="787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6F75F0-D2CE-4025-ADD8-8C1F1C957452}">
      <dsp:nvSpPr>
        <dsp:cNvPr id="0" name=""/>
        <dsp:cNvSpPr/>
      </dsp:nvSpPr>
      <dsp:spPr>
        <a:xfrm>
          <a:off x="788670" y="2762"/>
          <a:ext cx="1971674" cy="11830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Objetivo General:</a:t>
          </a:r>
        </a:p>
      </dsp:txBody>
      <dsp:txXfrm>
        <a:off x="788670" y="2762"/>
        <a:ext cx="1971674" cy="1183005"/>
      </dsp:txXfrm>
    </dsp:sp>
    <dsp:sp modelId="{1366092E-AA70-4391-BECB-8BCC2B3F33D5}">
      <dsp:nvSpPr>
        <dsp:cNvPr id="0" name=""/>
        <dsp:cNvSpPr/>
      </dsp:nvSpPr>
      <dsp:spPr>
        <a:xfrm>
          <a:off x="2957512" y="2762"/>
          <a:ext cx="1971674" cy="118300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Desarrollar un sistema de gestión para un minimarket.</a:t>
          </a:r>
        </a:p>
      </dsp:txBody>
      <dsp:txXfrm>
        <a:off x="2957512" y="2762"/>
        <a:ext cx="1971674" cy="1183005"/>
      </dsp:txXfrm>
    </dsp:sp>
    <dsp:sp modelId="{53B57B5E-3E2E-48DE-83D4-5FF31E2A5F3E}">
      <dsp:nvSpPr>
        <dsp:cNvPr id="0" name=""/>
        <dsp:cNvSpPr/>
      </dsp:nvSpPr>
      <dsp:spPr>
        <a:xfrm>
          <a:off x="5126355" y="2762"/>
          <a:ext cx="1971674" cy="118300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Objetivos Específicos:</a:t>
          </a:r>
        </a:p>
      </dsp:txBody>
      <dsp:txXfrm>
        <a:off x="5126355" y="2762"/>
        <a:ext cx="1971674" cy="1183005"/>
      </dsp:txXfrm>
    </dsp:sp>
    <dsp:sp modelId="{4266509E-7243-4F77-AF73-D185A08DF78A}">
      <dsp:nvSpPr>
        <dsp:cNvPr id="0" name=""/>
        <dsp:cNvSpPr/>
      </dsp:nvSpPr>
      <dsp:spPr>
        <a:xfrm>
          <a:off x="788670" y="1382935"/>
          <a:ext cx="1971674" cy="118300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Gestionar productos y stock</a:t>
          </a:r>
        </a:p>
      </dsp:txBody>
      <dsp:txXfrm>
        <a:off x="788670" y="1382935"/>
        <a:ext cx="1971674" cy="1183005"/>
      </dsp:txXfrm>
    </dsp:sp>
    <dsp:sp modelId="{AC6C204C-F9C9-448B-9398-84242D0EAB7A}">
      <dsp:nvSpPr>
        <dsp:cNvPr id="0" name=""/>
        <dsp:cNvSpPr/>
      </dsp:nvSpPr>
      <dsp:spPr>
        <a:xfrm>
          <a:off x="2957512" y="1382935"/>
          <a:ext cx="1971674" cy="118300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Registrar ventas</a:t>
          </a:r>
        </a:p>
      </dsp:txBody>
      <dsp:txXfrm>
        <a:off x="2957512" y="1382935"/>
        <a:ext cx="1971674" cy="1183005"/>
      </dsp:txXfrm>
    </dsp:sp>
    <dsp:sp modelId="{782AD640-41C7-4439-9059-B09D33B49B0D}">
      <dsp:nvSpPr>
        <dsp:cNvPr id="0" name=""/>
        <dsp:cNvSpPr/>
      </dsp:nvSpPr>
      <dsp:spPr>
        <a:xfrm>
          <a:off x="5126355" y="1382935"/>
          <a:ext cx="1971674" cy="11830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Controlar clientes fiados</a:t>
          </a:r>
        </a:p>
      </dsp:txBody>
      <dsp:txXfrm>
        <a:off x="5126355" y="1382935"/>
        <a:ext cx="1971674" cy="1183005"/>
      </dsp:txXfrm>
    </dsp:sp>
    <dsp:sp modelId="{A14B8CA1-74B1-4480-8D82-E43E3DA444E4}">
      <dsp:nvSpPr>
        <dsp:cNvPr id="0" name=""/>
        <dsp:cNvSpPr/>
      </dsp:nvSpPr>
      <dsp:spPr>
        <a:xfrm>
          <a:off x="2957512" y="2763108"/>
          <a:ext cx="1971674" cy="118300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Generar reportes</a:t>
          </a:r>
        </a:p>
      </dsp:txBody>
      <dsp:txXfrm>
        <a:off x="2957512" y="2763108"/>
        <a:ext cx="1971674" cy="11830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4B5F29-81FC-493A-939A-30E3AE9882F6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1C3134-ED5D-4B60-AE71-0F4EB1A60E0C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2329E5-C317-424E-B6A5-BB2DF74E6B0A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Alcances:</a:t>
          </a:r>
        </a:p>
      </dsp:txBody>
      <dsp:txXfrm>
        <a:off x="518589" y="1265836"/>
        <a:ext cx="1582031" cy="632812"/>
      </dsp:txXfrm>
    </dsp:sp>
    <dsp:sp modelId="{BEAA54BC-5CCA-4400-9FA9-DEFDD6B6A483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0EE6E4-65EB-47E1-886F-699DF0594DE1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E6D95B-A68E-4A51-A00D-642673C6F7D8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Sistema de escritorio</a:t>
          </a:r>
        </a:p>
      </dsp:txBody>
      <dsp:txXfrm>
        <a:off x="2377476" y="1265836"/>
        <a:ext cx="1582031" cy="632812"/>
      </dsp:txXfrm>
    </dsp:sp>
    <dsp:sp modelId="{C61F86A4-AEF2-4765-9D41-EC8A5AB10F43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265545-A888-41CE-B194-45037B232E1E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8D1F04-E6F4-4F39-8EC2-EEAEC99EBE08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Gestión de ventas y stock</a:t>
          </a:r>
        </a:p>
      </dsp:txBody>
      <dsp:txXfrm>
        <a:off x="4236363" y="1265836"/>
        <a:ext cx="1582031" cy="632812"/>
      </dsp:txXfrm>
    </dsp:sp>
    <dsp:sp modelId="{F043786E-D29C-4C0E-9DDB-F70DF8AEA975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BFD430-4DA1-4A17-B1A5-B40CAD6EA642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5D9351-A289-48CB-AB5E-74DFE19F5555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Reportes básicos</a:t>
          </a:r>
        </a:p>
      </dsp:txBody>
      <dsp:txXfrm>
        <a:off x="6095249" y="1265836"/>
        <a:ext cx="1582031" cy="632812"/>
      </dsp:txXfrm>
    </dsp:sp>
    <dsp:sp modelId="{1B05EAB5-2929-401B-8CC6-FAB946B9EA30}">
      <dsp:nvSpPr>
        <dsp:cNvPr id="0" name=""/>
        <dsp:cNvSpPr/>
      </dsp:nvSpPr>
      <dsp:spPr>
        <a:xfrm>
          <a:off x="1756529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A382CA-C6B3-405B-9F21-10F3EF03BCF0}">
      <dsp:nvSpPr>
        <dsp:cNvPr id="0" name=""/>
        <dsp:cNvSpPr/>
      </dsp:nvSpPr>
      <dsp:spPr>
        <a:xfrm>
          <a:off x="1962193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1C5937-FC90-42C2-9ADC-6BF86EFDC7AA}">
      <dsp:nvSpPr>
        <dsp:cNvPr id="0" name=""/>
        <dsp:cNvSpPr/>
      </dsp:nvSpPr>
      <dsp:spPr>
        <a:xfrm>
          <a:off x="1448033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Limitaciones:</a:t>
          </a:r>
        </a:p>
      </dsp:txBody>
      <dsp:txXfrm>
        <a:off x="1448033" y="3559781"/>
        <a:ext cx="1582031" cy="632812"/>
      </dsp:txXfrm>
    </dsp:sp>
    <dsp:sp modelId="{5AD7465D-92EF-40B0-A3AA-E1547B6A9430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ED4F4B-60A0-428B-8CBB-B3CDAA9B83C5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C4C22F-8C17-4494-85A9-300919A4F4AC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No incluye sistema web</a:t>
          </a:r>
        </a:p>
      </dsp:txBody>
      <dsp:txXfrm>
        <a:off x="3306919" y="3559781"/>
        <a:ext cx="1582031" cy="632812"/>
      </dsp:txXfrm>
    </dsp:sp>
    <dsp:sp modelId="{FC9BD8A9-A4D5-4E83-85F9-19F5D5A0E86F}">
      <dsp:nvSpPr>
        <dsp:cNvPr id="0" name=""/>
        <dsp:cNvSpPr/>
      </dsp:nvSpPr>
      <dsp:spPr>
        <a:xfrm>
          <a:off x="5474302" y="2294156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B85A0F-286B-493B-B1E8-FF7D1E5BC5E8}">
      <dsp:nvSpPr>
        <dsp:cNvPr id="0" name=""/>
        <dsp:cNvSpPr/>
      </dsp:nvSpPr>
      <dsp:spPr>
        <a:xfrm>
          <a:off x="5679966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82D43A-6F2F-4F30-903C-B094896FA02D}">
      <dsp:nvSpPr>
        <dsp:cNvPr id="0" name=""/>
        <dsp:cNvSpPr/>
      </dsp:nvSpPr>
      <dsp:spPr>
        <a:xfrm>
          <a:off x="5165806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No incluye pagos electrónicos</a:t>
          </a:r>
        </a:p>
      </dsp:txBody>
      <dsp:txXfrm>
        <a:off x="5165806" y="3559781"/>
        <a:ext cx="1582031" cy="6328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6F6376-5A2C-4CBF-8539-D3DD92574234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970DBB-211E-4EBA-A553-5DC8ACC0A97C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Metodología Scrum</a:t>
          </a:r>
        </a:p>
      </dsp:txBody>
      <dsp:txXfrm>
        <a:off x="25435" y="2276522"/>
        <a:ext cx="1800000" cy="720000"/>
      </dsp:txXfrm>
    </dsp:sp>
    <dsp:sp modelId="{566A50AB-68C3-4405-B176-C248971C1B66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FF1CEA-DB18-4DFD-9CE7-3412289F34F6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2 Sprints</a:t>
          </a:r>
        </a:p>
      </dsp:txBody>
      <dsp:txXfrm>
        <a:off x="2140435" y="2276522"/>
        <a:ext cx="1800000" cy="720000"/>
      </dsp:txXfrm>
    </dsp:sp>
    <dsp:sp modelId="{29BD7BBC-1BDA-4A42-A845-FEC915FAD155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618972-9194-42E6-86BE-B968BC0BC60C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Uso de Teams y Planner</a:t>
          </a:r>
        </a:p>
      </dsp:txBody>
      <dsp:txXfrm>
        <a:off x="4255435" y="2276522"/>
        <a:ext cx="1800000" cy="720000"/>
      </dsp:txXfrm>
    </dsp:sp>
    <dsp:sp modelId="{89BF2E6D-9D3A-45A5-9864-19D17A95C1B1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BBFD90-17D6-4C3A-9245-97F212EA3584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Trabajo colaborativo</a:t>
          </a:r>
        </a:p>
      </dsp:txBody>
      <dsp:txXfrm>
        <a:off x="6370435" y="2276522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B16D9B-7AB7-4BFA-85D9-B6C6EA954A92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B65399-D0E6-47F9-90CD-0CFADAB9D2B2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873733-0F1F-4310-A452-0FB56E85694F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Inicio: 27 de agosto</a:t>
          </a:r>
        </a:p>
      </dsp:txBody>
      <dsp:txXfrm>
        <a:off x="46529" y="2703902"/>
        <a:ext cx="2418750" cy="720000"/>
      </dsp:txXfrm>
    </dsp:sp>
    <dsp:sp modelId="{61DE98B7-7CBA-46BD-9C27-AE6405762134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0D1959-437F-4D5C-8486-94BE389D110C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E10A3B-7E84-40E7-A556-2E072561123A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Término: 5 de diciembre</a:t>
          </a:r>
        </a:p>
      </dsp:txBody>
      <dsp:txXfrm>
        <a:off x="2888560" y="2703902"/>
        <a:ext cx="2418750" cy="720000"/>
      </dsp:txXfrm>
    </dsp:sp>
    <dsp:sp modelId="{CD9117B2-A69C-4788-B1D4-89DE2F1F4675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7BA78E-3E8D-4AB4-BD28-057771B64106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702C84-6824-416E-8263-EE873839EEC9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Proyecto desarrollado y completado según planificación inicial.</a:t>
          </a:r>
        </a:p>
      </dsp:txBody>
      <dsp:txXfrm>
        <a:off x="5730591" y="2703902"/>
        <a:ext cx="24187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7E312B-FEB3-491E-ADC3-D8756C6BE4C2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F6CB01-2751-4B3B-ABC2-0A99A79B1FD3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C4FB3F-2446-47EB-8239-A70770F863CC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Arquitectura en capas:</a:t>
          </a:r>
        </a:p>
      </dsp:txBody>
      <dsp:txXfrm>
        <a:off x="25435" y="2456402"/>
        <a:ext cx="1800000" cy="720000"/>
      </dsp:txXfrm>
    </dsp:sp>
    <dsp:sp modelId="{56F2B76B-209B-40A0-857D-3B1F776BE80A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AF43AC-E734-4CA2-8C33-2D841B1630F2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7563DF-3053-44C8-A673-9F763B93405C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Capa de presentación (WinForms)</a:t>
          </a:r>
        </a:p>
      </dsp:txBody>
      <dsp:txXfrm>
        <a:off x="2140435" y="2456402"/>
        <a:ext cx="1800000" cy="720000"/>
      </dsp:txXfrm>
    </dsp:sp>
    <dsp:sp modelId="{131C1F02-C75D-4E5A-BCD8-E88FED9E41AC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76602B-2544-4DF5-A209-E7FF5AED110B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D9EEFB-82E4-4C8E-A9E7-823E79B83F88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Capa de lógica de negocio</a:t>
          </a:r>
        </a:p>
      </dsp:txBody>
      <dsp:txXfrm>
        <a:off x="4255435" y="2456402"/>
        <a:ext cx="1800000" cy="720000"/>
      </dsp:txXfrm>
    </dsp:sp>
    <dsp:sp modelId="{9D20CAF8-86BF-4617-9162-A5F3C7C77C3D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1BDA45-2FC9-4C0A-A0D0-75967323C8C5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90C6BB-26AF-4B82-A392-2C3BB6C5BE60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Capa de datos (MySQL)</a:t>
          </a:r>
        </a:p>
      </dsp:txBody>
      <dsp:txXfrm>
        <a:off x="6370435" y="2456402"/>
        <a:ext cx="180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3D4AC8-35FB-4837-83A4-6A528332264B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8CB713-DCD6-4BE5-9677-696D6C2D3DDD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95CE65-A91A-4120-9458-703B881BCE9F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Base de datos relacional MySQL</a:t>
          </a:r>
        </a:p>
      </dsp:txBody>
      <dsp:txXfrm>
        <a:off x="518589" y="1265836"/>
        <a:ext cx="1582031" cy="632812"/>
      </dsp:txXfrm>
    </dsp:sp>
    <dsp:sp modelId="{A1623B87-C70D-462C-9EEB-B35DD7B31FF1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92CD6E-55FB-47DC-84FD-64F8D290C840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630F4D-A107-4C33-980D-992226C05BA9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Entidades principales:</a:t>
          </a:r>
        </a:p>
      </dsp:txBody>
      <dsp:txXfrm>
        <a:off x="2377476" y="1265836"/>
        <a:ext cx="1582031" cy="632812"/>
      </dsp:txXfrm>
    </dsp:sp>
    <dsp:sp modelId="{5C59B4E4-E6E8-4EEF-AD56-5069238D9FE5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CA0D99-66F4-4C8F-9EDB-685ACF201DFA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AE708B-272A-42A4-9EEA-28985418FB47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Productos</a:t>
          </a:r>
        </a:p>
      </dsp:txBody>
      <dsp:txXfrm>
        <a:off x="4236363" y="1265836"/>
        <a:ext cx="1582031" cy="632812"/>
      </dsp:txXfrm>
    </dsp:sp>
    <dsp:sp modelId="{F57E323C-D351-4749-A7C3-B2BBD7492549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4C58F7-6A69-48CF-90F1-73FB26514217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343CD1-838F-4B33-9539-FBE782E6E7B2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Ventas</a:t>
          </a:r>
        </a:p>
      </dsp:txBody>
      <dsp:txXfrm>
        <a:off x="6095249" y="1265836"/>
        <a:ext cx="1582031" cy="632812"/>
      </dsp:txXfrm>
    </dsp:sp>
    <dsp:sp modelId="{6C6D6C2A-E44C-42B0-83D0-61E333F0D954}">
      <dsp:nvSpPr>
        <dsp:cNvPr id="0" name=""/>
        <dsp:cNvSpPr/>
      </dsp:nvSpPr>
      <dsp:spPr>
        <a:xfrm>
          <a:off x="2685972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35D1CB-EF12-4DF1-9EED-3CCB33946F00}">
      <dsp:nvSpPr>
        <dsp:cNvPr id="0" name=""/>
        <dsp:cNvSpPr/>
      </dsp:nvSpPr>
      <dsp:spPr>
        <a:xfrm>
          <a:off x="2891636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A843EB-EACA-4511-B7E7-60AC06DB5100}">
      <dsp:nvSpPr>
        <dsp:cNvPr id="0" name=""/>
        <dsp:cNvSpPr/>
      </dsp:nvSpPr>
      <dsp:spPr>
        <a:xfrm>
          <a:off x="2377476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Clientes</a:t>
          </a:r>
        </a:p>
      </dsp:txBody>
      <dsp:txXfrm>
        <a:off x="2377476" y="3559781"/>
        <a:ext cx="1582031" cy="632812"/>
      </dsp:txXfrm>
    </dsp:sp>
    <dsp:sp modelId="{40F75D0D-6ABF-45E7-AB81-0FDC5A0F2D96}">
      <dsp:nvSpPr>
        <dsp:cNvPr id="0" name=""/>
        <dsp:cNvSpPr/>
      </dsp:nvSpPr>
      <dsp:spPr>
        <a:xfrm>
          <a:off x="4544859" y="2294156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0F0423-0021-4466-B257-38772F2DB416}">
      <dsp:nvSpPr>
        <dsp:cNvPr id="0" name=""/>
        <dsp:cNvSpPr/>
      </dsp:nvSpPr>
      <dsp:spPr>
        <a:xfrm>
          <a:off x="4750523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A172EF-3686-4C5C-ACAE-B97A0BA0D592}">
      <dsp:nvSpPr>
        <dsp:cNvPr id="0" name=""/>
        <dsp:cNvSpPr/>
      </dsp:nvSpPr>
      <dsp:spPr>
        <a:xfrm>
          <a:off x="4236363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Proveedores</a:t>
          </a:r>
        </a:p>
      </dsp:txBody>
      <dsp:txXfrm>
        <a:off x="4236363" y="3559781"/>
        <a:ext cx="1582031" cy="63281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DF99CA-E241-4026-ADEB-147EA57E14D9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03443F-FAD9-4B75-8E2F-3907EE8FA448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F98FF-3A7F-4E60-B69B-F72F2C9228C3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Lenguaje C#</a:t>
          </a:r>
        </a:p>
      </dsp:txBody>
      <dsp:txXfrm>
        <a:off x="518589" y="1265836"/>
        <a:ext cx="1582031" cy="632812"/>
      </dsp:txXfrm>
    </dsp:sp>
    <dsp:sp modelId="{6D72F4B8-55AF-42F8-9D87-E61C756BAD57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FE6553-B1F2-4587-AE13-DE6A9498E7A8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F204DD-9C41-4836-ACE8-92F42C241A84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WinForms</a:t>
          </a:r>
        </a:p>
      </dsp:txBody>
      <dsp:txXfrm>
        <a:off x="2377476" y="1265836"/>
        <a:ext cx="1582031" cy="632812"/>
      </dsp:txXfrm>
    </dsp:sp>
    <dsp:sp modelId="{334F3568-DC2F-4E35-9499-6BC0F24D52AE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36A602-E4F3-4D89-A6F9-574D503E2880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453D69-BE22-4E86-964C-AF1FE7467633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MySQL Community Edition</a:t>
          </a:r>
        </a:p>
      </dsp:txBody>
      <dsp:txXfrm>
        <a:off x="4236363" y="1265836"/>
        <a:ext cx="1582031" cy="632812"/>
      </dsp:txXfrm>
    </dsp:sp>
    <dsp:sp modelId="{77F26933-BC71-4CD5-B804-706B13CD3DB4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BFC53E-939F-4AF6-BCC0-6BEDCC4372BB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48011E-E76E-4072-852A-EC647C0D4DD8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Visual Studio</a:t>
          </a:r>
        </a:p>
      </dsp:txBody>
      <dsp:txXfrm>
        <a:off x="6095249" y="1265836"/>
        <a:ext cx="1582031" cy="632812"/>
      </dsp:txXfrm>
    </dsp:sp>
    <dsp:sp modelId="{0FE0AD37-1F84-43F0-8C81-B319BA881429}">
      <dsp:nvSpPr>
        <dsp:cNvPr id="0" name=""/>
        <dsp:cNvSpPr/>
      </dsp:nvSpPr>
      <dsp:spPr>
        <a:xfrm>
          <a:off x="2685972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BC27AF-F725-4B1C-AB50-194F49BE9CE3}">
      <dsp:nvSpPr>
        <dsp:cNvPr id="0" name=""/>
        <dsp:cNvSpPr/>
      </dsp:nvSpPr>
      <dsp:spPr>
        <a:xfrm>
          <a:off x="2891636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ABE0A3-D5A2-470C-8B9A-AA4B58DE24B7}">
      <dsp:nvSpPr>
        <dsp:cNvPr id="0" name=""/>
        <dsp:cNvSpPr/>
      </dsp:nvSpPr>
      <dsp:spPr>
        <a:xfrm>
          <a:off x="2377476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GitHub</a:t>
          </a:r>
        </a:p>
      </dsp:txBody>
      <dsp:txXfrm>
        <a:off x="2377476" y="3559781"/>
        <a:ext cx="1582031" cy="632812"/>
      </dsp:txXfrm>
    </dsp:sp>
    <dsp:sp modelId="{17D72671-0B52-4422-B068-2CAD300CE60B}">
      <dsp:nvSpPr>
        <dsp:cNvPr id="0" name=""/>
        <dsp:cNvSpPr/>
      </dsp:nvSpPr>
      <dsp:spPr>
        <a:xfrm>
          <a:off x="4544859" y="2294156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6A8B87-E8FC-4760-BF21-DA6CD34907B1}">
      <dsp:nvSpPr>
        <dsp:cNvPr id="0" name=""/>
        <dsp:cNvSpPr/>
      </dsp:nvSpPr>
      <dsp:spPr>
        <a:xfrm>
          <a:off x="4750523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71B7C5-24A5-47E7-9DEC-490A24B97CA9}">
      <dsp:nvSpPr>
        <dsp:cNvPr id="0" name=""/>
        <dsp:cNvSpPr/>
      </dsp:nvSpPr>
      <dsp:spPr>
        <a:xfrm>
          <a:off x="4236363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Microsoft Teams</a:t>
          </a:r>
        </a:p>
      </dsp:txBody>
      <dsp:txXfrm>
        <a:off x="4236363" y="3559781"/>
        <a:ext cx="1582031" cy="63281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3DAAD0-D7AB-4E4E-995F-CAE6F932C32A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884B1B-4F4E-4937-991C-27EFEE395337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Sistema completamente funcional</a:t>
          </a:r>
        </a:p>
      </dsp:txBody>
      <dsp:txXfrm>
        <a:off x="25435" y="2276522"/>
        <a:ext cx="1800000" cy="720000"/>
      </dsp:txXfrm>
    </dsp:sp>
    <dsp:sp modelId="{445AFFDC-7DFB-4B6F-BBC2-E3EA596D8299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EF2F77-56BC-4006-9086-0DDE29AE4C0C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Gestión correcta de ventas y stock</a:t>
          </a:r>
        </a:p>
      </dsp:txBody>
      <dsp:txXfrm>
        <a:off x="2140435" y="2276522"/>
        <a:ext cx="1800000" cy="720000"/>
      </dsp:txXfrm>
    </dsp:sp>
    <dsp:sp modelId="{90415BCD-F98D-440E-AE9D-7B76DC3E559B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72225E-BEDB-4B2C-A35A-F5A5B6DD6778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Cumplimiento de objetivos</a:t>
          </a:r>
        </a:p>
      </dsp:txBody>
      <dsp:txXfrm>
        <a:off x="4255435" y="2276522"/>
        <a:ext cx="1800000" cy="720000"/>
      </dsp:txXfrm>
    </dsp:sp>
    <dsp:sp modelId="{A01DBEF9-D4ED-48D7-8FB0-36B33FAC6C83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006A54-AF38-4BB1-9786-4319E26050F4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Aplicación lista para uso real</a:t>
          </a:r>
        </a:p>
      </dsp:txBody>
      <dsp:txXfrm>
        <a:off x="6370435" y="2276522"/>
        <a:ext cx="180000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0CBFE8-C64B-4C59-A5AE-96D1BF9D52DC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15268C-93B9-4436-8118-EA5AE800DCC1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Problemas iniciales de conexión a MySQL</a:t>
          </a:r>
        </a:p>
      </dsp:txBody>
      <dsp:txXfrm>
        <a:off x="25435" y="2276522"/>
        <a:ext cx="1800000" cy="720000"/>
      </dsp:txXfrm>
    </dsp:sp>
    <dsp:sp modelId="{46BEA90D-D02E-408B-8AA8-C7D4EB940DA0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8C6D21-722D-4FC6-BCAB-5C40C8A7886F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Ajustes en modelo de datos</a:t>
          </a:r>
        </a:p>
      </dsp:txBody>
      <dsp:txXfrm>
        <a:off x="2140435" y="2276522"/>
        <a:ext cx="1800000" cy="720000"/>
      </dsp:txXfrm>
    </dsp:sp>
    <dsp:sp modelId="{B20E46AE-B16E-40D4-8913-FAB4CD1899A0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862A39-60D5-4B08-A8D5-BA1D002068EE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Optimización de consultas</a:t>
          </a:r>
        </a:p>
      </dsp:txBody>
      <dsp:txXfrm>
        <a:off x="4255435" y="2276522"/>
        <a:ext cx="1800000" cy="720000"/>
      </dsp:txXfrm>
    </dsp:sp>
    <dsp:sp modelId="{F1FA3700-BBEF-4EED-BC1A-33E92C2235F1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E2E9A0-D25F-4D31-A41F-BC15B98F744E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Obstáculos resueltos durante el proyecto.</a:t>
          </a:r>
        </a:p>
      </dsp:txBody>
      <dsp:txXfrm>
        <a:off x="6370435" y="2276522"/>
        <a:ext cx="180000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E6883-E22B-4864-A8FE-8AB72C3A0C85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8285B3-52F1-4F7B-9402-EB8F86E7D68F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Gracias por su atención.</a:t>
          </a:r>
        </a:p>
      </dsp:txBody>
      <dsp:txXfrm>
        <a:off x="85060" y="2776702"/>
        <a:ext cx="3690000" cy="720000"/>
      </dsp:txXfrm>
    </dsp:sp>
    <dsp:sp modelId="{38703BAE-0063-4A35-B3BF-6F566984F702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8AA2CF-0741-4CEA-B4B7-1350BE89C2C8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¿Preguntas?</a:t>
          </a:r>
        </a:p>
      </dsp:txBody>
      <dsp:txXfrm>
        <a:off x="4420810" y="2776702"/>
        <a:ext cx="369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0645" y="0"/>
            <a:ext cx="5746451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60646" y="-6"/>
            <a:ext cx="8783354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5406" y="857251"/>
            <a:ext cx="3560460" cy="3098061"/>
          </a:xfrm>
        </p:spPr>
        <p:txBody>
          <a:bodyPr anchor="b">
            <a:normAutofit/>
          </a:bodyPr>
          <a:lstStyle/>
          <a:p>
            <a:pPr algn="l"/>
            <a:r>
              <a:rPr lang="es-MX" sz="4200">
                <a:solidFill>
                  <a:srgbClr val="FFFFFF"/>
                </a:solidFill>
              </a:rPr>
              <a:t>Proyecto MiniMarket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320797" y="1034794"/>
            <a:ext cx="2502408" cy="9143999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5406" y="4756265"/>
            <a:ext cx="3294958" cy="1244483"/>
          </a:xfrm>
        </p:spPr>
        <p:txBody>
          <a:bodyPr anchor="t">
            <a:normAutofit lnSpcReduction="10000"/>
          </a:bodyPr>
          <a:lstStyle/>
          <a:p>
            <a:pPr algn="l">
              <a:lnSpc>
                <a:spcPct val="90000"/>
              </a:lnSpc>
            </a:pPr>
            <a:r>
              <a:rPr lang="es-MX" sz="800" dirty="0">
                <a:solidFill>
                  <a:srgbClr val="FFFFFF"/>
                </a:solidFill>
              </a:rPr>
              <a:t>Presentación Final </a:t>
            </a:r>
            <a:r>
              <a:rPr lang="es-MX" sz="800" dirty="0" err="1">
                <a:solidFill>
                  <a:srgbClr val="FFFFFF"/>
                </a:solidFill>
              </a:rPr>
              <a:t>Capstone</a:t>
            </a:r>
            <a:endParaRPr lang="es-MX" sz="800" dirty="0">
              <a:solidFill>
                <a:srgbClr val="FFFFFF"/>
              </a:solidFill>
            </a:endParaRPr>
          </a:p>
          <a:p>
            <a:pPr algn="l">
              <a:lnSpc>
                <a:spcPct val="90000"/>
              </a:lnSpc>
            </a:pPr>
            <a:endParaRPr lang="es-MX" sz="800" dirty="0">
              <a:solidFill>
                <a:srgbClr val="FFFFFF"/>
              </a:solidFill>
            </a:endParaRPr>
          </a:p>
          <a:p>
            <a:pPr algn="l">
              <a:lnSpc>
                <a:spcPct val="90000"/>
              </a:lnSpc>
            </a:pPr>
            <a:r>
              <a:rPr lang="es-MX" sz="800" dirty="0">
                <a:solidFill>
                  <a:srgbClr val="FFFFFF"/>
                </a:solidFill>
              </a:rPr>
              <a:t>Integrantes:</a:t>
            </a:r>
          </a:p>
          <a:p>
            <a:pPr algn="l">
              <a:lnSpc>
                <a:spcPct val="90000"/>
              </a:lnSpc>
            </a:pPr>
            <a:r>
              <a:rPr lang="es-MX" sz="800" dirty="0">
                <a:solidFill>
                  <a:srgbClr val="FFFFFF"/>
                </a:solidFill>
              </a:rPr>
              <a:t>Mathieu Guajardo</a:t>
            </a:r>
          </a:p>
          <a:p>
            <a:pPr algn="l">
              <a:lnSpc>
                <a:spcPct val="90000"/>
              </a:lnSpc>
            </a:pPr>
            <a:r>
              <a:rPr lang="es-MX" sz="800" dirty="0">
                <a:solidFill>
                  <a:srgbClr val="FFFFFF"/>
                </a:solidFill>
              </a:rPr>
              <a:t>Nicolás Valenzuela</a:t>
            </a:r>
          </a:p>
          <a:p>
            <a:pPr algn="l">
              <a:lnSpc>
                <a:spcPct val="90000"/>
              </a:lnSpc>
            </a:pPr>
            <a:r>
              <a:rPr lang="es-MX" sz="800" dirty="0" err="1">
                <a:solidFill>
                  <a:srgbClr val="FFFFFF"/>
                </a:solidFill>
              </a:rPr>
              <a:t>Darien</a:t>
            </a:r>
            <a:r>
              <a:rPr lang="es-MX" sz="800" dirty="0">
                <a:solidFill>
                  <a:srgbClr val="FFFFFF"/>
                </a:solidFill>
              </a:rPr>
              <a:t> Acevedo</a:t>
            </a:r>
          </a:p>
          <a:p>
            <a:pPr algn="l">
              <a:lnSpc>
                <a:spcPct val="90000"/>
              </a:lnSpc>
            </a:pPr>
            <a:endParaRPr lang="es-MX" sz="800" dirty="0">
              <a:solidFill>
                <a:srgbClr val="FFFFFF"/>
              </a:solidFill>
            </a:endParaRPr>
          </a:p>
          <a:p>
            <a:pPr algn="l">
              <a:lnSpc>
                <a:spcPct val="90000"/>
              </a:lnSpc>
            </a:pPr>
            <a:r>
              <a:rPr lang="es-MX" sz="800" dirty="0">
                <a:solidFill>
                  <a:srgbClr val="FFFFFF"/>
                </a:solidFill>
              </a:rPr>
              <a:t>Carrera: Ingeniería en Informática</a:t>
            </a:r>
          </a:p>
          <a:p>
            <a:pPr algn="l">
              <a:lnSpc>
                <a:spcPct val="90000"/>
              </a:lnSpc>
            </a:pPr>
            <a:r>
              <a:rPr lang="es-MX" sz="800" dirty="0">
                <a:solidFill>
                  <a:srgbClr val="FFFFFF"/>
                </a:solidFill>
              </a:rPr>
              <a:t>Duoc UC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2941" y="1062544"/>
            <a:ext cx="356712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413200e-87f1-4fa7-aeae-12dd845159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419" y="2393869"/>
            <a:ext cx="2802873" cy="20845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MX" sz="3500">
                <a:solidFill>
                  <a:srgbClr val="FFFFFF"/>
                </a:solidFill>
              </a:rPr>
              <a:t>Descripción del Proyecto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DF497C-54E2-C991-2F65-59849D2E28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60193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MX" sz="4700"/>
              <a:t>Objetivos del Proyecto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84A0EC-84E8-1464-235B-9C212C7B2A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8384616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MX" sz="3500">
                <a:solidFill>
                  <a:srgbClr val="FFFFFF"/>
                </a:solidFill>
              </a:rPr>
              <a:t>Alcances y Limitaciones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8B110016-6194-E257-9DEE-CD6DA0B0B4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395055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MX" sz="3500">
                <a:solidFill>
                  <a:srgbClr val="FFFFFF"/>
                </a:solidFill>
              </a:rPr>
              <a:t>Metodología de Trabajo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81DC99-D587-2185-E69A-AC3D25B19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983162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MX" sz="3500">
                <a:solidFill>
                  <a:srgbClr val="FFFFFF"/>
                </a:solidFill>
              </a:rPr>
              <a:t>Cronograma del Proyecto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36F2DB-892D-29FF-6155-CFAFE7F022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503389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MX" sz="3500">
                <a:solidFill>
                  <a:srgbClr val="FFFFFF"/>
                </a:solidFill>
              </a:rPr>
              <a:t>Arquitectura del Software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862ED6-1A1C-45A1-CF32-83A77B0908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114925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MX" sz="3500">
                <a:solidFill>
                  <a:srgbClr val="FFFFFF"/>
                </a:solidFill>
              </a:rPr>
              <a:t>Modelo de Datos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D6347E-F106-FBE7-1AFC-101A1FFCFA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619609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MX" sz="3500">
                <a:solidFill>
                  <a:srgbClr val="FFFFFF"/>
                </a:solidFill>
              </a:rPr>
              <a:t>Tecnologías Utilizadas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EAB16D-3099-3998-8D32-28369EB38A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4853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MX" sz="3500">
                <a:solidFill>
                  <a:srgbClr val="FFFFFF"/>
                </a:solidFill>
              </a:rPr>
              <a:t>Resultados del Proyecto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298A32-708F-4B06-8AF2-17A7E1C6D6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835885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MX" sz="3500">
                <a:solidFill>
                  <a:srgbClr val="FFFFFF"/>
                </a:solidFill>
              </a:rPr>
              <a:t>Obstáculos Durante el Desarrollo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76BE24-899F-41D7-68B9-34A293E1F8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948885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MX" sz="3500">
                <a:solidFill>
                  <a:srgbClr val="FFFFFF"/>
                </a:solidFill>
              </a:rPr>
              <a:t>Preguntas de la Comisión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574DFF-A164-003C-4EDC-33C2A3095B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674685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298</Words>
  <Application>Microsoft Office PowerPoint</Application>
  <PresentationFormat>Presentación en pantalla (4:3)</PresentationFormat>
  <Paragraphs>72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Proyecto MiniMarket</vt:lpstr>
      <vt:lpstr>Descripción del Proyecto</vt:lpstr>
      <vt:lpstr>Objetivos del Proyecto</vt:lpstr>
      <vt:lpstr>Alcances y Limitaciones</vt:lpstr>
      <vt:lpstr>Metodología de Trabajo</vt:lpstr>
      <vt:lpstr>Cronograma del Proyecto</vt:lpstr>
      <vt:lpstr>Arquitectura del Software</vt:lpstr>
      <vt:lpstr>Modelo de Datos</vt:lpstr>
      <vt:lpstr>Tecnologías Utilizadas</vt:lpstr>
      <vt:lpstr>Resultados del Proyecto</vt:lpstr>
      <vt:lpstr>Obstáculos Durante el Desarrollo</vt:lpstr>
      <vt:lpstr>Preguntas de la Comisión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mathieu guajardo</dc:creator>
  <cp:keywords/>
  <dc:description>generated using python-pptx</dc:description>
  <cp:lastModifiedBy>MATHIEU . GUAJARDO ARMIJO</cp:lastModifiedBy>
  <cp:revision>2</cp:revision>
  <dcterms:created xsi:type="dcterms:W3CDTF">2013-01-27T09:14:16Z</dcterms:created>
  <dcterms:modified xsi:type="dcterms:W3CDTF">2025-12-16T03:21:57Z</dcterms:modified>
  <cp:category/>
</cp:coreProperties>
</file>